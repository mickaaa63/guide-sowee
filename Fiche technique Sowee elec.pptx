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6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BEC2"/>
    <a:srgbClr val="BBBB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hyperlink" Target="https://www.youtube.com/watch?v=YlHk0h5Qqfc" TargetMode="Externa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lHk0h5Qqfc" TargetMode="External"/><Relationship Id="rId7" Type="http://schemas.openxmlformats.org/officeDocument/2006/relationships/image" Target="../media/image32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6">
        <a:alpha val="0"/>
      </a:schemeClr>
    </dgm:fillClrLst>
    <dgm:linClrLst meth="repeat">
      <a:schemeClr val="accent6">
        <a:alpha val="0"/>
      </a:schemeClr>
    </dgm:linClrLst>
    <dgm:effectClrLst/>
    <dgm:txLinClrLst/>
    <dgm:txFillClrLst meth="repeat"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0CD6FC-91B2-4387-9070-A5FE94DFE0D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56F419-8CBE-4C39-862E-0C5130BE8143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- Couper le courant via le disjoncteur principal</a:t>
          </a:r>
          <a:endParaRPr lang="en-US" dirty="0"/>
        </a:p>
      </dgm:t>
    </dgm:pt>
    <dgm:pt modelId="{E8178B3A-7501-4160-B797-30B97A06EF22}" type="parTrans" cxnId="{F9037076-0D20-4947-9AB7-35D0793A641F}">
      <dgm:prSet/>
      <dgm:spPr/>
      <dgm:t>
        <a:bodyPr/>
        <a:lstStyle/>
        <a:p>
          <a:endParaRPr lang="en-US"/>
        </a:p>
      </dgm:t>
    </dgm:pt>
    <dgm:pt modelId="{9FE0F49C-EABD-47A0-9D09-F3D5536BFA71}" type="sibTrans" cxnId="{F9037076-0D20-4947-9AB7-35D0793A641F}">
      <dgm:prSet/>
      <dgm:spPr/>
      <dgm:t>
        <a:bodyPr/>
        <a:lstStyle/>
        <a:p>
          <a:endParaRPr lang="en-US"/>
        </a:p>
      </dgm:t>
    </dgm:pt>
    <dgm:pt modelId="{16D442C8-5773-4E55-A170-5BB1EF871F25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- Connecter le module relais : phase, neutre, et fil pilote vers les radiateurs</a:t>
          </a:r>
          <a:endParaRPr lang="en-US" dirty="0"/>
        </a:p>
      </dgm:t>
    </dgm:pt>
    <dgm:pt modelId="{E1069BFB-587A-441E-B2F2-761E02199941}" type="parTrans" cxnId="{3F084374-811B-4F06-914C-8B5AAC7A468B}">
      <dgm:prSet/>
      <dgm:spPr/>
      <dgm:t>
        <a:bodyPr/>
        <a:lstStyle/>
        <a:p>
          <a:endParaRPr lang="en-US"/>
        </a:p>
      </dgm:t>
    </dgm:pt>
    <dgm:pt modelId="{B37E5E53-9645-429B-A631-0D264D89F66B}" type="sibTrans" cxnId="{3F084374-811B-4F06-914C-8B5AAC7A468B}">
      <dgm:prSet/>
      <dgm:spPr/>
      <dgm:t>
        <a:bodyPr/>
        <a:lstStyle/>
        <a:p>
          <a:endParaRPr lang="en-US"/>
        </a:p>
      </dgm:t>
    </dgm:pt>
    <dgm:pt modelId="{FE378C8A-07D4-4A9C-AE73-79614042CA5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- Utiliser des dominos ou des </a:t>
          </a:r>
          <a:r>
            <a:rPr lang="fr-FR" dirty="0" err="1"/>
            <a:t>wago</a:t>
          </a:r>
          <a:r>
            <a:rPr lang="fr-FR" dirty="0"/>
            <a:t> pour les raccordements</a:t>
          </a:r>
          <a:endParaRPr lang="en-US" dirty="0"/>
        </a:p>
      </dgm:t>
    </dgm:pt>
    <dgm:pt modelId="{31081056-ED5D-4518-8971-0B9745C4BE21}" type="parTrans" cxnId="{60D1F517-4AA6-4064-BF97-C20EB13CEE5E}">
      <dgm:prSet/>
      <dgm:spPr/>
      <dgm:t>
        <a:bodyPr/>
        <a:lstStyle/>
        <a:p>
          <a:endParaRPr lang="en-US"/>
        </a:p>
      </dgm:t>
    </dgm:pt>
    <dgm:pt modelId="{1E75F1C0-74A5-4B64-9367-82CB4F2E7F3B}" type="sibTrans" cxnId="{60D1F517-4AA6-4064-BF97-C20EB13CEE5E}">
      <dgm:prSet/>
      <dgm:spPr/>
      <dgm:t>
        <a:bodyPr/>
        <a:lstStyle/>
        <a:p>
          <a:endParaRPr lang="en-US"/>
        </a:p>
      </dgm:t>
    </dgm:pt>
    <dgm:pt modelId="{E6EDBCFE-68AC-425A-9AB0-A7CD82F48D28}" type="pres">
      <dgm:prSet presAssocID="{860CD6FC-91B2-4387-9070-A5FE94DFE0D7}" presName="root" presStyleCnt="0">
        <dgm:presLayoutVars>
          <dgm:dir/>
          <dgm:resizeHandles val="exact"/>
        </dgm:presLayoutVars>
      </dgm:prSet>
      <dgm:spPr/>
    </dgm:pt>
    <dgm:pt modelId="{E309C954-20C0-4C43-A3A6-B4E2DDFDE530}" type="pres">
      <dgm:prSet presAssocID="{2656F419-8CBE-4C39-862E-0C5130BE8143}" presName="compNode" presStyleCnt="0"/>
      <dgm:spPr/>
    </dgm:pt>
    <dgm:pt modelId="{D8C2DD21-3C73-417F-8ECD-B2E472857BE4}" type="pres">
      <dgm:prSet presAssocID="{2656F419-8CBE-4C39-862E-0C5130BE8143}" presName="bgRect" presStyleLbl="bgShp" presStyleIdx="0" presStyleCnt="3"/>
      <dgm:spPr/>
    </dgm:pt>
    <dgm:pt modelId="{F2AB4FB8-BC78-4209-ACB9-E820CE4D4C7E}" type="pres">
      <dgm:prSet presAssocID="{2656F419-8CBE-4C39-862E-0C5130BE814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seaux"/>
        </a:ext>
      </dgm:extLst>
    </dgm:pt>
    <dgm:pt modelId="{6135FC52-5752-4E07-9979-35B75AA12A5E}" type="pres">
      <dgm:prSet presAssocID="{2656F419-8CBE-4C39-862E-0C5130BE8143}" presName="spaceRect" presStyleCnt="0"/>
      <dgm:spPr/>
    </dgm:pt>
    <dgm:pt modelId="{3E1D6F73-6ACE-4B48-B87C-77CF44D3924C}" type="pres">
      <dgm:prSet presAssocID="{2656F419-8CBE-4C39-862E-0C5130BE8143}" presName="parTx" presStyleLbl="revTx" presStyleIdx="0" presStyleCnt="3">
        <dgm:presLayoutVars>
          <dgm:chMax val="0"/>
          <dgm:chPref val="0"/>
        </dgm:presLayoutVars>
      </dgm:prSet>
      <dgm:spPr/>
    </dgm:pt>
    <dgm:pt modelId="{2C9CFFAB-3540-44C6-B178-45FDF1DF6082}" type="pres">
      <dgm:prSet presAssocID="{9FE0F49C-EABD-47A0-9D09-F3D5536BFA71}" presName="sibTrans" presStyleCnt="0"/>
      <dgm:spPr/>
    </dgm:pt>
    <dgm:pt modelId="{3CF488E2-132F-40CE-8DC4-F53B7A31EC67}" type="pres">
      <dgm:prSet presAssocID="{16D442C8-5773-4E55-A170-5BB1EF871F25}" presName="compNode" presStyleCnt="0"/>
      <dgm:spPr/>
    </dgm:pt>
    <dgm:pt modelId="{D781527A-AD5C-4FD8-B188-BC8E14E26C16}" type="pres">
      <dgm:prSet presAssocID="{16D442C8-5773-4E55-A170-5BB1EF871F25}" presName="bgRect" presStyleLbl="bgShp" presStyleIdx="1" presStyleCnt="3"/>
      <dgm:spPr/>
    </dgm:pt>
    <dgm:pt modelId="{F92E01D7-0D07-45F4-971F-1111BE85C279}" type="pres">
      <dgm:prSet presAssocID="{16D442C8-5773-4E55-A170-5BB1EF871F2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érer"/>
        </a:ext>
      </dgm:extLst>
    </dgm:pt>
    <dgm:pt modelId="{83854A73-A46B-45E8-90A3-0D32B617C4F3}" type="pres">
      <dgm:prSet presAssocID="{16D442C8-5773-4E55-A170-5BB1EF871F25}" presName="spaceRect" presStyleCnt="0"/>
      <dgm:spPr/>
    </dgm:pt>
    <dgm:pt modelId="{3A6B57F3-F803-42BF-90EC-5C3EAC1A33B7}" type="pres">
      <dgm:prSet presAssocID="{16D442C8-5773-4E55-A170-5BB1EF871F25}" presName="parTx" presStyleLbl="revTx" presStyleIdx="1" presStyleCnt="3">
        <dgm:presLayoutVars>
          <dgm:chMax val="0"/>
          <dgm:chPref val="0"/>
        </dgm:presLayoutVars>
      </dgm:prSet>
      <dgm:spPr/>
    </dgm:pt>
    <dgm:pt modelId="{643261BD-9C79-4FE3-80C1-84F13A2A52C7}" type="pres">
      <dgm:prSet presAssocID="{B37E5E53-9645-429B-A631-0D264D89F66B}" presName="sibTrans" presStyleCnt="0"/>
      <dgm:spPr/>
    </dgm:pt>
    <dgm:pt modelId="{3AA072EC-F03B-4CCC-8618-4D4C8B6DEC8B}" type="pres">
      <dgm:prSet presAssocID="{FE378C8A-07D4-4A9C-AE73-79614042CA5A}" presName="compNode" presStyleCnt="0"/>
      <dgm:spPr/>
    </dgm:pt>
    <dgm:pt modelId="{A06171EE-F2C6-4DB1-8265-4E5834A1E0B1}" type="pres">
      <dgm:prSet presAssocID="{FE378C8A-07D4-4A9C-AE73-79614042CA5A}" presName="bgRect" presStyleLbl="bgShp" presStyleIdx="2" presStyleCnt="3"/>
      <dgm:spPr/>
    </dgm:pt>
    <dgm:pt modelId="{36425195-6E7B-45EB-8BF1-49514A9CD962}" type="pres">
      <dgm:prSet presAssocID="{FE378C8A-07D4-4A9C-AE73-79614042CA5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éconnecté"/>
        </a:ext>
      </dgm:extLst>
    </dgm:pt>
    <dgm:pt modelId="{3FDE0A80-5553-43B3-9EB3-E92EB718D5C7}" type="pres">
      <dgm:prSet presAssocID="{FE378C8A-07D4-4A9C-AE73-79614042CA5A}" presName="spaceRect" presStyleCnt="0"/>
      <dgm:spPr/>
    </dgm:pt>
    <dgm:pt modelId="{6DB12ADC-9D2A-4A1B-98C3-C9C8A2771A11}" type="pres">
      <dgm:prSet presAssocID="{FE378C8A-07D4-4A9C-AE73-79614042CA5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0D1F517-4AA6-4064-BF97-C20EB13CEE5E}" srcId="{860CD6FC-91B2-4387-9070-A5FE94DFE0D7}" destId="{FE378C8A-07D4-4A9C-AE73-79614042CA5A}" srcOrd="2" destOrd="0" parTransId="{31081056-ED5D-4518-8971-0B9745C4BE21}" sibTransId="{1E75F1C0-74A5-4B64-9367-82CB4F2E7F3B}"/>
    <dgm:cxn modelId="{3F084374-811B-4F06-914C-8B5AAC7A468B}" srcId="{860CD6FC-91B2-4387-9070-A5FE94DFE0D7}" destId="{16D442C8-5773-4E55-A170-5BB1EF871F25}" srcOrd="1" destOrd="0" parTransId="{E1069BFB-587A-441E-B2F2-761E02199941}" sibTransId="{B37E5E53-9645-429B-A631-0D264D89F66B}"/>
    <dgm:cxn modelId="{F9037076-0D20-4947-9AB7-35D0793A641F}" srcId="{860CD6FC-91B2-4387-9070-A5FE94DFE0D7}" destId="{2656F419-8CBE-4C39-862E-0C5130BE8143}" srcOrd="0" destOrd="0" parTransId="{E8178B3A-7501-4160-B797-30B97A06EF22}" sibTransId="{9FE0F49C-EABD-47A0-9D09-F3D5536BFA71}"/>
    <dgm:cxn modelId="{D0FFC78E-6D31-43AE-A5A0-765E7AA52DE9}" type="presOf" srcId="{860CD6FC-91B2-4387-9070-A5FE94DFE0D7}" destId="{E6EDBCFE-68AC-425A-9AB0-A7CD82F48D28}" srcOrd="0" destOrd="0" presId="urn:microsoft.com/office/officeart/2018/2/layout/IconVerticalSolidList"/>
    <dgm:cxn modelId="{EC655D8F-A173-4B68-8694-DA03A3D25544}" type="presOf" srcId="{2656F419-8CBE-4C39-862E-0C5130BE8143}" destId="{3E1D6F73-6ACE-4B48-B87C-77CF44D3924C}" srcOrd="0" destOrd="0" presId="urn:microsoft.com/office/officeart/2018/2/layout/IconVerticalSolidList"/>
    <dgm:cxn modelId="{0AD65ACD-C6BF-4742-92DE-AF7CFF31E75B}" type="presOf" srcId="{FE378C8A-07D4-4A9C-AE73-79614042CA5A}" destId="{6DB12ADC-9D2A-4A1B-98C3-C9C8A2771A11}" srcOrd="0" destOrd="0" presId="urn:microsoft.com/office/officeart/2018/2/layout/IconVerticalSolidList"/>
    <dgm:cxn modelId="{BAA9A9D7-994B-4E10-81A0-F782E04125D6}" type="presOf" srcId="{16D442C8-5773-4E55-A170-5BB1EF871F25}" destId="{3A6B57F3-F803-42BF-90EC-5C3EAC1A33B7}" srcOrd="0" destOrd="0" presId="urn:microsoft.com/office/officeart/2018/2/layout/IconVerticalSolidList"/>
    <dgm:cxn modelId="{2AB26B58-CC96-4902-A902-477E7452588E}" type="presParOf" srcId="{E6EDBCFE-68AC-425A-9AB0-A7CD82F48D28}" destId="{E309C954-20C0-4C43-A3A6-B4E2DDFDE530}" srcOrd="0" destOrd="0" presId="urn:microsoft.com/office/officeart/2018/2/layout/IconVerticalSolidList"/>
    <dgm:cxn modelId="{622489AF-7C3F-4ACA-9926-65F91F9928B5}" type="presParOf" srcId="{E309C954-20C0-4C43-A3A6-B4E2DDFDE530}" destId="{D8C2DD21-3C73-417F-8ECD-B2E472857BE4}" srcOrd="0" destOrd="0" presId="urn:microsoft.com/office/officeart/2018/2/layout/IconVerticalSolidList"/>
    <dgm:cxn modelId="{29ED9DC5-2E7A-4A58-B93E-1DB4C0D2DE16}" type="presParOf" srcId="{E309C954-20C0-4C43-A3A6-B4E2DDFDE530}" destId="{F2AB4FB8-BC78-4209-ACB9-E820CE4D4C7E}" srcOrd="1" destOrd="0" presId="urn:microsoft.com/office/officeart/2018/2/layout/IconVerticalSolidList"/>
    <dgm:cxn modelId="{B1A007AF-FEE4-41F9-BFF0-3B8131593B7A}" type="presParOf" srcId="{E309C954-20C0-4C43-A3A6-B4E2DDFDE530}" destId="{6135FC52-5752-4E07-9979-35B75AA12A5E}" srcOrd="2" destOrd="0" presId="urn:microsoft.com/office/officeart/2018/2/layout/IconVerticalSolidList"/>
    <dgm:cxn modelId="{61872A3F-0812-4F78-8941-F3795288C613}" type="presParOf" srcId="{E309C954-20C0-4C43-A3A6-B4E2DDFDE530}" destId="{3E1D6F73-6ACE-4B48-B87C-77CF44D3924C}" srcOrd="3" destOrd="0" presId="urn:microsoft.com/office/officeart/2018/2/layout/IconVerticalSolidList"/>
    <dgm:cxn modelId="{05249019-E148-40CB-993F-07D4F32E07DD}" type="presParOf" srcId="{E6EDBCFE-68AC-425A-9AB0-A7CD82F48D28}" destId="{2C9CFFAB-3540-44C6-B178-45FDF1DF6082}" srcOrd="1" destOrd="0" presId="urn:microsoft.com/office/officeart/2018/2/layout/IconVerticalSolidList"/>
    <dgm:cxn modelId="{983404F8-1080-427F-908D-F42586A6584F}" type="presParOf" srcId="{E6EDBCFE-68AC-425A-9AB0-A7CD82F48D28}" destId="{3CF488E2-132F-40CE-8DC4-F53B7A31EC67}" srcOrd="2" destOrd="0" presId="urn:microsoft.com/office/officeart/2018/2/layout/IconVerticalSolidList"/>
    <dgm:cxn modelId="{231E2CE5-A78B-4961-B50E-ED509F3566E4}" type="presParOf" srcId="{3CF488E2-132F-40CE-8DC4-F53B7A31EC67}" destId="{D781527A-AD5C-4FD8-B188-BC8E14E26C16}" srcOrd="0" destOrd="0" presId="urn:microsoft.com/office/officeart/2018/2/layout/IconVerticalSolidList"/>
    <dgm:cxn modelId="{EC7444D5-6ED2-4058-8A68-24AEE35ED289}" type="presParOf" srcId="{3CF488E2-132F-40CE-8DC4-F53B7A31EC67}" destId="{F92E01D7-0D07-45F4-971F-1111BE85C279}" srcOrd="1" destOrd="0" presId="urn:microsoft.com/office/officeart/2018/2/layout/IconVerticalSolidList"/>
    <dgm:cxn modelId="{D3321BD9-A81F-4063-85E4-71B56A3A4302}" type="presParOf" srcId="{3CF488E2-132F-40CE-8DC4-F53B7A31EC67}" destId="{83854A73-A46B-45E8-90A3-0D32B617C4F3}" srcOrd="2" destOrd="0" presId="urn:microsoft.com/office/officeart/2018/2/layout/IconVerticalSolidList"/>
    <dgm:cxn modelId="{B9367C02-EED2-4A0E-AF40-93C412D441FC}" type="presParOf" srcId="{3CF488E2-132F-40CE-8DC4-F53B7A31EC67}" destId="{3A6B57F3-F803-42BF-90EC-5C3EAC1A33B7}" srcOrd="3" destOrd="0" presId="urn:microsoft.com/office/officeart/2018/2/layout/IconVerticalSolidList"/>
    <dgm:cxn modelId="{1F274D7B-286A-4763-B742-53F0C10BFBDA}" type="presParOf" srcId="{E6EDBCFE-68AC-425A-9AB0-A7CD82F48D28}" destId="{643261BD-9C79-4FE3-80C1-84F13A2A52C7}" srcOrd="3" destOrd="0" presId="urn:microsoft.com/office/officeart/2018/2/layout/IconVerticalSolidList"/>
    <dgm:cxn modelId="{46F65585-F979-450F-B6A9-D0063B69017A}" type="presParOf" srcId="{E6EDBCFE-68AC-425A-9AB0-A7CD82F48D28}" destId="{3AA072EC-F03B-4CCC-8618-4D4C8B6DEC8B}" srcOrd="4" destOrd="0" presId="urn:microsoft.com/office/officeart/2018/2/layout/IconVerticalSolidList"/>
    <dgm:cxn modelId="{508A763D-57A9-4E31-B9CA-FDF677246C15}" type="presParOf" srcId="{3AA072EC-F03B-4CCC-8618-4D4C8B6DEC8B}" destId="{A06171EE-F2C6-4DB1-8265-4E5834A1E0B1}" srcOrd="0" destOrd="0" presId="urn:microsoft.com/office/officeart/2018/2/layout/IconVerticalSolidList"/>
    <dgm:cxn modelId="{14B63608-9854-4C4A-B885-537CAF8F45F0}" type="presParOf" srcId="{3AA072EC-F03B-4CCC-8618-4D4C8B6DEC8B}" destId="{36425195-6E7B-45EB-8BF1-49514A9CD962}" srcOrd="1" destOrd="0" presId="urn:microsoft.com/office/officeart/2018/2/layout/IconVerticalSolidList"/>
    <dgm:cxn modelId="{D4DADACC-FAFB-4744-8495-EDC4A474F75D}" type="presParOf" srcId="{3AA072EC-F03B-4CCC-8618-4D4C8B6DEC8B}" destId="{3FDE0A80-5553-43B3-9EB3-E92EB718D5C7}" srcOrd="2" destOrd="0" presId="urn:microsoft.com/office/officeart/2018/2/layout/IconVerticalSolidList"/>
    <dgm:cxn modelId="{25F183A4-92D5-43CD-AC99-49A30244F6EF}" type="presParOf" srcId="{3AA072EC-F03B-4CCC-8618-4D4C8B6DEC8B}" destId="{6DB12ADC-9D2A-4A1B-98C3-C9C8A2771A1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E29452-CFE9-4066-BAB3-F759B6365A6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8504A1B4-6279-4ED7-A5B6-8A159E8494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Installer la </a:t>
          </a:r>
          <a:r>
            <a:rPr lang="fr-FR"/>
            <a:t>station</a:t>
          </a:r>
          <a:r>
            <a:rPr lang="en-US"/>
            <a:t> dans une pièce de vie</a:t>
          </a:r>
        </a:p>
      </dgm:t>
    </dgm:pt>
    <dgm:pt modelId="{C344BA32-4251-44B2-9362-0B59910AA914}" type="parTrans" cxnId="{C5DAA33C-DCFE-4DB3-A17B-D2C5B562C123}">
      <dgm:prSet/>
      <dgm:spPr/>
      <dgm:t>
        <a:bodyPr/>
        <a:lstStyle/>
        <a:p>
          <a:endParaRPr lang="en-US"/>
        </a:p>
      </dgm:t>
    </dgm:pt>
    <dgm:pt modelId="{706E146D-06E6-4411-ACE3-FAD613C8772E}" type="sibTrans" cxnId="{C5DAA33C-DCFE-4DB3-A17B-D2C5B562C123}">
      <dgm:prSet/>
      <dgm:spPr/>
      <dgm:t>
        <a:bodyPr/>
        <a:lstStyle/>
        <a:p>
          <a:endParaRPr lang="en-US"/>
        </a:p>
      </dgm:t>
    </dgm:pt>
    <dgm:pt modelId="{2BFE9B87-6FB1-4389-A9DC-8E636D838D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Éviter les sources de chaleur ou de froid direct</a:t>
          </a:r>
        </a:p>
      </dgm:t>
    </dgm:pt>
    <dgm:pt modelId="{F31374FF-A36B-45BF-98CB-6E520A54BD6B}" type="parTrans" cxnId="{2DD52FC9-890D-44B8-A6B1-31066E2AE6F4}">
      <dgm:prSet/>
      <dgm:spPr/>
      <dgm:t>
        <a:bodyPr/>
        <a:lstStyle/>
        <a:p>
          <a:endParaRPr lang="en-US"/>
        </a:p>
      </dgm:t>
    </dgm:pt>
    <dgm:pt modelId="{269ADA80-F780-4A9D-B12B-DAEDA22F127E}" type="sibTrans" cxnId="{2DD52FC9-890D-44B8-A6B1-31066E2AE6F4}">
      <dgm:prSet/>
      <dgm:spPr/>
      <dgm:t>
        <a:bodyPr/>
        <a:lstStyle/>
        <a:p>
          <a:endParaRPr lang="en-US"/>
        </a:p>
      </dgm:t>
    </dgm:pt>
    <dgm:pt modelId="{A88B6820-504E-4F77-990F-7BE268561D2F}" type="pres">
      <dgm:prSet presAssocID="{F8E29452-CFE9-4066-BAB3-F759B6365A6E}" presName="root" presStyleCnt="0">
        <dgm:presLayoutVars>
          <dgm:dir/>
          <dgm:resizeHandles val="exact"/>
        </dgm:presLayoutVars>
      </dgm:prSet>
      <dgm:spPr/>
    </dgm:pt>
    <dgm:pt modelId="{1EE09ECA-2759-4C95-A47A-D5ED557FC136}" type="pres">
      <dgm:prSet presAssocID="{8504A1B4-6279-4ED7-A5B6-8A159E8494F2}" presName="compNode" presStyleCnt="0"/>
      <dgm:spPr/>
    </dgm:pt>
    <dgm:pt modelId="{B420140A-8EF4-411A-ABAD-39DF03B65F48}" type="pres">
      <dgm:prSet presAssocID="{8504A1B4-6279-4ED7-A5B6-8A159E8494F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9C39A5AE-4900-4EFE-BCC4-752E6340CA76}" type="pres">
      <dgm:prSet presAssocID="{8504A1B4-6279-4ED7-A5B6-8A159E8494F2}" presName="spaceRect" presStyleCnt="0"/>
      <dgm:spPr/>
    </dgm:pt>
    <dgm:pt modelId="{06016C82-17AC-4393-A62D-422D24E84EDC}" type="pres">
      <dgm:prSet presAssocID="{8504A1B4-6279-4ED7-A5B6-8A159E8494F2}" presName="textRect" presStyleLbl="revTx" presStyleIdx="0" presStyleCnt="2">
        <dgm:presLayoutVars>
          <dgm:chMax val="1"/>
          <dgm:chPref val="1"/>
        </dgm:presLayoutVars>
      </dgm:prSet>
      <dgm:spPr/>
    </dgm:pt>
    <dgm:pt modelId="{E374AF16-6F71-4D30-8970-E82164553FB2}" type="pres">
      <dgm:prSet presAssocID="{706E146D-06E6-4411-ACE3-FAD613C8772E}" presName="sibTrans" presStyleCnt="0"/>
      <dgm:spPr/>
    </dgm:pt>
    <dgm:pt modelId="{E719FD8B-C6E2-4758-A6A2-30F615176EB4}" type="pres">
      <dgm:prSet presAssocID="{2BFE9B87-6FB1-4389-A9DC-8E636D838D77}" presName="compNode" presStyleCnt="0"/>
      <dgm:spPr/>
    </dgm:pt>
    <dgm:pt modelId="{CECEC7C9-C8F1-4EDC-9498-7470D77DC995}" type="pres">
      <dgm:prSet presAssocID="{2BFE9B87-6FB1-4389-A9DC-8E636D838D7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6E2F8D4D-3A06-491C-95C9-783290A52C7C}" type="pres">
      <dgm:prSet presAssocID="{2BFE9B87-6FB1-4389-A9DC-8E636D838D77}" presName="spaceRect" presStyleCnt="0"/>
      <dgm:spPr/>
    </dgm:pt>
    <dgm:pt modelId="{BC7ACFA9-A998-45EC-9931-D89A385C1089}" type="pres">
      <dgm:prSet presAssocID="{2BFE9B87-6FB1-4389-A9DC-8E636D838D7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906C915-FB6D-406C-AFA4-C88EDE3B1F45}" type="presOf" srcId="{F8E29452-CFE9-4066-BAB3-F759B6365A6E}" destId="{A88B6820-504E-4F77-990F-7BE268561D2F}" srcOrd="0" destOrd="0" presId="urn:microsoft.com/office/officeart/2018/2/layout/IconLabelList"/>
    <dgm:cxn modelId="{C5DAA33C-DCFE-4DB3-A17B-D2C5B562C123}" srcId="{F8E29452-CFE9-4066-BAB3-F759B6365A6E}" destId="{8504A1B4-6279-4ED7-A5B6-8A159E8494F2}" srcOrd="0" destOrd="0" parTransId="{C344BA32-4251-44B2-9362-0B59910AA914}" sibTransId="{706E146D-06E6-4411-ACE3-FAD613C8772E}"/>
    <dgm:cxn modelId="{2DD52FC9-890D-44B8-A6B1-31066E2AE6F4}" srcId="{F8E29452-CFE9-4066-BAB3-F759B6365A6E}" destId="{2BFE9B87-6FB1-4389-A9DC-8E636D838D77}" srcOrd="1" destOrd="0" parTransId="{F31374FF-A36B-45BF-98CB-6E520A54BD6B}" sibTransId="{269ADA80-F780-4A9D-B12B-DAEDA22F127E}"/>
    <dgm:cxn modelId="{E23C03CF-976C-4E42-97F0-7F6327790814}" type="presOf" srcId="{8504A1B4-6279-4ED7-A5B6-8A159E8494F2}" destId="{06016C82-17AC-4393-A62D-422D24E84EDC}" srcOrd="0" destOrd="0" presId="urn:microsoft.com/office/officeart/2018/2/layout/IconLabelList"/>
    <dgm:cxn modelId="{6397BDF3-58C6-4C67-A8ED-D9A74EC18EB7}" type="presOf" srcId="{2BFE9B87-6FB1-4389-A9DC-8E636D838D77}" destId="{BC7ACFA9-A998-45EC-9931-D89A385C1089}" srcOrd="0" destOrd="0" presId="urn:microsoft.com/office/officeart/2018/2/layout/IconLabelList"/>
    <dgm:cxn modelId="{1AEA1F5B-4724-4430-9519-0CE1D5C68833}" type="presParOf" srcId="{A88B6820-504E-4F77-990F-7BE268561D2F}" destId="{1EE09ECA-2759-4C95-A47A-D5ED557FC136}" srcOrd="0" destOrd="0" presId="urn:microsoft.com/office/officeart/2018/2/layout/IconLabelList"/>
    <dgm:cxn modelId="{DB18CAC8-A63B-410E-ADEA-975CA8BBFE3D}" type="presParOf" srcId="{1EE09ECA-2759-4C95-A47A-D5ED557FC136}" destId="{B420140A-8EF4-411A-ABAD-39DF03B65F48}" srcOrd="0" destOrd="0" presId="urn:microsoft.com/office/officeart/2018/2/layout/IconLabelList"/>
    <dgm:cxn modelId="{4705D5D8-B948-4975-A667-B3385814649B}" type="presParOf" srcId="{1EE09ECA-2759-4C95-A47A-D5ED557FC136}" destId="{9C39A5AE-4900-4EFE-BCC4-752E6340CA76}" srcOrd="1" destOrd="0" presId="urn:microsoft.com/office/officeart/2018/2/layout/IconLabelList"/>
    <dgm:cxn modelId="{721778C5-FA42-48C1-9905-8B8040CB7D92}" type="presParOf" srcId="{1EE09ECA-2759-4C95-A47A-D5ED557FC136}" destId="{06016C82-17AC-4393-A62D-422D24E84EDC}" srcOrd="2" destOrd="0" presId="urn:microsoft.com/office/officeart/2018/2/layout/IconLabelList"/>
    <dgm:cxn modelId="{27239C01-6A2C-4072-8AA4-2399A124222A}" type="presParOf" srcId="{A88B6820-504E-4F77-990F-7BE268561D2F}" destId="{E374AF16-6F71-4D30-8970-E82164553FB2}" srcOrd="1" destOrd="0" presId="urn:microsoft.com/office/officeart/2018/2/layout/IconLabelList"/>
    <dgm:cxn modelId="{1745F78D-FDBF-438E-A51E-6F407FAB4CE2}" type="presParOf" srcId="{A88B6820-504E-4F77-990F-7BE268561D2F}" destId="{E719FD8B-C6E2-4758-A6A2-30F615176EB4}" srcOrd="2" destOrd="0" presId="urn:microsoft.com/office/officeart/2018/2/layout/IconLabelList"/>
    <dgm:cxn modelId="{72DA5F87-E102-4324-A8DC-641F87FC780B}" type="presParOf" srcId="{E719FD8B-C6E2-4758-A6A2-30F615176EB4}" destId="{CECEC7C9-C8F1-4EDC-9498-7470D77DC995}" srcOrd="0" destOrd="0" presId="urn:microsoft.com/office/officeart/2018/2/layout/IconLabelList"/>
    <dgm:cxn modelId="{3159EC3B-1DAD-42B3-886A-8FA0078ACF2F}" type="presParOf" srcId="{E719FD8B-C6E2-4758-A6A2-30F615176EB4}" destId="{6E2F8D4D-3A06-491C-95C9-783290A52C7C}" srcOrd="1" destOrd="0" presId="urn:microsoft.com/office/officeart/2018/2/layout/IconLabelList"/>
    <dgm:cxn modelId="{549FD2C3-F746-4F70-B408-190655551E15}" type="presParOf" srcId="{E719FD8B-C6E2-4758-A6A2-30F615176EB4}" destId="{BC7ACFA9-A998-45EC-9931-D89A385C108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DE9254-57DD-4171-8991-8A91ACEC957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accent6_2" csCatId="accent6" phldr="1"/>
      <dgm:spPr/>
      <dgm:t>
        <a:bodyPr/>
        <a:lstStyle/>
        <a:p>
          <a:endParaRPr lang="en-US"/>
        </a:p>
      </dgm:t>
    </dgm:pt>
    <dgm:pt modelId="{4DE6EAD6-C1CD-4751-BCD6-9DF5EC5BE246}">
      <dgm:prSet/>
      <dgm:spPr/>
      <dgm:t>
        <a:bodyPr/>
        <a:lstStyle/>
        <a:p>
          <a:pPr>
            <a:defRPr cap="all"/>
          </a:pPr>
          <a:r>
            <a:rPr lang="en-US" dirty="0">
              <a:hlinkClick xmlns:r="http://schemas.openxmlformats.org/officeDocument/2006/relationships" r:id="rId1"/>
            </a:rPr>
            <a:t>- </a:t>
          </a:r>
          <a:r>
            <a:rPr lang="en-US" dirty="0" err="1">
              <a:hlinkClick xmlns:r="http://schemas.openxmlformats.org/officeDocument/2006/relationships" r:id="rId1"/>
            </a:rPr>
            <a:t>Tutoriels</a:t>
          </a:r>
          <a:r>
            <a:rPr lang="en-US" dirty="0">
              <a:hlinkClick xmlns:r="http://schemas.openxmlformats.org/officeDocument/2006/relationships" r:id="rId1"/>
            </a:rPr>
            <a:t> </a:t>
          </a:r>
          <a:r>
            <a:rPr lang="en-US" dirty="0" err="1">
              <a:hlinkClick xmlns:r="http://schemas.openxmlformats.org/officeDocument/2006/relationships" r:id="rId1"/>
            </a:rPr>
            <a:t>disponibles</a:t>
          </a:r>
          <a:r>
            <a:rPr lang="en-US" dirty="0">
              <a:hlinkClick xmlns:r="http://schemas.openxmlformats.org/officeDocument/2006/relationships" r:id="rId1"/>
            </a:rPr>
            <a:t> sur YouTube et site </a:t>
          </a:r>
          <a:r>
            <a:rPr lang="en-US" dirty="0" err="1">
              <a:hlinkClick xmlns:r="http://schemas.openxmlformats.org/officeDocument/2006/relationships" r:id="rId1"/>
            </a:rPr>
            <a:t>Sowee</a:t>
          </a:r>
          <a:endParaRPr lang="en-US" dirty="0"/>
        </a:p>
      </dgm:t>
    </dgm:pt>
    <dgm:pt modelId="{EE71EA76-C4C8-462D-B9C5-860DF7B4DB89}" type="parTrans" cxnId="{6F9DB9AF-912C-4984-A444-B083180BF6D8}">
      <dgm:prSet/>
      <dgm:spPr/>
      <dgm:t>
        <a:bodyPr/>
        <a:lstStyle/>
        <a:p>
          <a:endParaRPr lang="en-US"/>
        </a:p>
      </dgm:t>
    </dgm:pt>
    <dgm:pt modelId="{09579B7C-DB70-43D2-BCC3-6657AAC21F53}" type="sibTrans" cxnId="{6F9DB9AF-912C-4984-A444-B083180BF6D8}">
      <dgm:prSet/>
      <dgm:spPr/>
      <dgm:t>
        <a:bodyPr/>
        <a:lstStyle/>
        <a:p>
          <a:endParaRPr lang="en-US"/>
        </a:p>
      </dgm:t>
    </dgm:pt>
    <dgm:pt modelId="{E28099A5-2144-481F-9F67-A3EC5DADCFBF}">
      <dgm:prSet/>
      <dgm:spPr/>
      <dgm:t>
        <a:bodyPr/>
        <a:lstStyle/>
        <a:p>
          <a:pPr>
            <a:defRPr cap="all"/>
          </a:pPr>
          <a:r>
            <a:rPr lang="en-US" dirty="0"/>
            <a:t>- </a:t>
          </a:r>
          <a:r>
            <a:rPr lang="en-US" dirty="0" err="1"/>
            <a:t>Penser</a:t>
          </a:r>
          <a:r>
            <a:rPr lang="en-US" dirty="0"/>
            <a:t> à tester les </a:t>
          </a:r>
          <a:r>
            <a:rPr lang="en-US" dirty="0" err="1"/>
            <a:t>différents</a:t>
          </a:r>
          <a:r>
            <a:rPr lang="en-US" dirty="0"/>
            <a:t> modes du fil </a:t>
          </a:r>
          <a:r>
            <a:rPr lang="en-US" dirty="0" err="1"/>
            <a:t>pilote</a:t>
          </a:r>
          <a:endParaRPr lang="en-US" dirty="0"/>
        </a:p>
      </dgm:t>
    </dgm:pt>
    <dgm:pt modelId="{6D6F5658-98BC-49D7-8F3A-C64581162DC5}" type="parTrans" cxnId="{AD40DC8E-21FB-405F-8827-FD9759516EEE}">
      <dgm:prSet/>
      <dgm:spPr/>
      <dgm:t>
        <a:bodyPr/>
        <a:lstStyle/>
        <a:p>
          <a:endParaRPr lang="en-US"/>
        </a:p>
      </dgm:t>
    </dgm:pt>
    <dgm:pt modelId="{A703949E-6599-4F92-A710-00CEA7C5DDC1}" type="sibTrans" cxnId="{AD40DC8E-21FB-405F-8827-FD9759516EEE}">
      <dgm:prSet/>
      <dgm:spPr/>
      <dgm:t>
        <a:bodyPr/>
        <a:lstStyle/>
        <a:p>
          <a:endParaRPr lang="en-US"/>
        </a:p>
      </dgm:t>
    </dgm:pt>
    <dgm:pt modelId="{45D4ECC9-A83D-4903-8B24-A0E84BC7B6C9}">
      <dgm:prSet/>
      <dgm:spPr/>
      <dgm:t>
        <a:bodyPr/>
        <a:lstStyle/>
        <a:p>
          <a:pPr>
            <a:defRPr cap="all"/>
          </a:pPr>
          <a:r>
            <a:rPr lang="en-US" dirty="0"/>
            <a:t>- </a:t>
          </a:r>
          <a:r>
            <a:rPr lang="en-US" dirty="0" err="1"/>
            <a:t>Contacter</a:t>
          </a:r>
          <a:r>
            <a:rPr lang="en-US" dirty="0"/>
            <a:t> le service client </a:t>
          </a:r>
          <a:r>
            <a:rPr lang="en-US" dirty="0" err="1"/>
            <a:t>Sowee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cas</a:t>
          </a:r>
          <a:r>
            <a:rPr lang="en-US" dirty="0"/>
            <a:t> de </a:t>
          </a:r>
          <a:r>
            <a:rPr lang="en-US" dirty="0" err="1"/>
            <a:t>besoin</a:t>
          </a:r>
          <a:r>
            <a:rPr lang="en-US" dirty="0"/>
            <a:t> au 0806 800 444</a:t>
          </a:r>
        </a:p>
      </dgm:t>
    </dgm:pt>
    <dgm:pt modelId="{431628C3-222C-4F77-9CF9-D7D988FA4DEB}" type="parTrans" cxnId="{EFE9FF16-9F2E-483D-995A-0D71217B0E71}">
      <dgm:prSet/>
      <dgm:spPr/>
      <dgm:t>
        <a:bodyPr/>
        <a:lstStyle/>
        <a:p>
          <a:endParaRPr lang="en-US"/>
        </a:p>
      </dgm:t>
    </dgm:pt>
    <dgm:pt modelId="{0046B77F-AB28-4ACB-A363-9D4906A4A0E7}" type="sibTrans" cxnId="{EFE9FF16-9F2E-483D-995A-0D71217B0E71}">
      <dgm:prSet/>
      <dgm:spPr/>
      <dgm:t>
        <a:bodyPr/>
        <a:lstStyle/>
        <a:p>
          <a:endParaRPr lang="en-US"/>
        </a:p>
      </dgm:t>
    </dgm:pt>
    <dgm:pt modelId="{F8C278F5-D195-4753-81D7-BF2D004B954C}" type="pres">
      <dgm:prSet presAssocID="{DFDE9254-57DD-4171-8991-8A91ACEC957D}" presName="root" presStyleCnt="0">
        <dgm:presLayoutVars>
          <dgm:dir/>
          <dgm:resizeHandles val="exact"/>
        </dgm:presLayoutVars>
      </dgm:prSet>
      <dgm:spPr/>
    </dgm:pt>
    <dgm:pt modelId="{5D45EED3-6A72-49F1-9634-131C1E65A65E}" type="pres">
      <dgm:prSet presAssocID="{4DE6EAD6-C1CD-4751-BCD6-9DF5EC5BE246}" presName="compNode" presStyleCnt="0"/>
      <dgm:spPr/>
    </dgm:pt>
    <dgm:pt modelId="{8CB08970-DDC9-4A73-84F8-C19829458362}" type="pres">
      <dgm:prSet presAssocID="{4DE6EAD6-C1CD-4751-BCD6-9DF5EC5BE246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0DA0870-F51A-475C-B941-6D0C279F48FD}" type="pres">
      <dgm:prSet presAssocID="{4DE6EAD6-C1CD-4751-BCD6-9DF5EC5BE246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Écran"/>
        </a:ext>
      </dgm:extLst>
    </dgm:pt>
    <dgm:pt modelId="{DF8E3B06-1514-4C10-AB10-F1B10029CE19}" type="pres">
      <dgm:prSet presAssocID="{4DE6EAD6-C1CD-4751-BCD6-9DF5EC5BE246}" presName="spaceRect" presStyleCnt="0"/>
      <dgm:spPr/>
    </dgm:pt>
    <dgm:pt modelId="{2231DC57-1B63-4F3E-87A5-F56DE98AE7A2}" type="pres">
      <dgm:prSet presAssocID="{4DE6EAD6-C1CD-4751-BCD6-9DF5EC5BE246}" presName="textRect" presStyleLbl="revTx" presStyleIdx="0" presStyleCnt="3">
        <dgm:presLayoutVars>
          <dgm:chMax val="1"/>
          <dgm:chPref val="1"/>
        </dgm:presLayoutVars>
      </dgm:prSet>
      <dgm:spPr/>
    </dgm:pt>
    <dgm:pt modelId="{A9F89F1C-13C0-4B2C-A701-2E77361FB484}" type="pres">
      <dgm:prSet presAssocID="{09579B7C-DB70-43D2-BCC3-6657AAC21F53}" presName="sibTrans" presStyleCnt="0"/>
      <dgm:spPr/>
    </dgm:pt>
    <dgm:pt modelId="{D0952363-AB4E-4646-B112-D415A13433C0}" type="pres">
      <dgm:prSet presAssocID="{E28099A5-2144-481F-9F67-A3EC5DADCFBF}" presName="compNode" presStyleCnt="0"/>
      <dgm:spPr/>
    </dgm:pt>
    <dgm:pt modelId="{D8951861-2585-4FCD-AD6A-2097899EDD3C}" type="pres">
      <dgm:prSet presAssocID="{E28099A5-2144-481F-9F67-A3EC5DADCFBF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E3A6425-A73A-4B57-AD2A-7A183F9950AF}" type="pres">
      <dgm:prSet presAssocID="{E28099A5-2144-481F-9F67-A3EC5DADCFBF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FD356A2-7BB5-4FF4-9969-4397497D2A10}" type="pres">
      <dgm:prSet presAssocID="{E28099A5-2144-481F-9F67-A3EC5DADCFBF}" presName="spaceRect" presStyleCnt="0"/>
      <dgm:spPr/>
    </dgm:pt>
    <dgm:pt modelId="{84D11E0E-4DA1-4CEE-AFA8-96EB8DD45B4C}" type="pres">
      <dgm:prSet presAssocID="{E28099A5-2144-481F-9F67-A3EC5DADCFBF}" presName="textRect" presStyleLbl="revTx" presStyleIdx="1" presStyleCnt="3">
        <dgm:presLayoutVars>
          <dgm:chMax val="1"/>
          <dgm:chPref val="1"/>
        </dgm:presLayoutVars>
      </dgm:prSet>
      <dgm:spPr/>
    </dgm:pt>
    <dgm:pt modelId="{083C07DB-0909-473C-A5F0-955720ABDE6B}" type="pres">
      <dgm:prSet presAssocID="{A703949E-6599-4F92-A710-00CEA7C5DDC1}" presName="sibTrans" presStyleCnt="0"/>
      <dgm:spPr/>
    </dgm:pt>
    <dgm:pt modelId="{D2A2AE16-DA60-4D59-9C17-041E8B974AAF}" type="pres">
      <dgm:prSet presAssocID="{45D4ECC9-A83D-4903-8B24-A0E84BC7B6C9}" presName="compNode" presStyleCnt="0"/>
      <dgm:spPr/>
    </dgm:pt>
    <dgm:pt modelId="{7972E0A4-F9A7-48D1-AC44-F38656694C79}" type="pres">
      <dgm:prSet presAssocID="{45D4ECC9-A83D-4903-8B24-A0E84BC7B6C9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2844C91-D4B2-4663-A556-E92BE4A8DF53}" type="pres">
      <dgm:prSet presAssocID="{45D4ECC9-A83D-4903-8B24-A0E84BC7B6C9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B9F27865-B9B3-4023-9CC3-70C0F44E14EA}" type="pres">
      <dgm:prSet presAssocID="{45D4ECC9-A83D-4903-8B24-A0E84BC7B6C9}" presName="spaceRect" presStyleCnt="0"/>
      <dgm:spPr/>
    </dgm:pt>
    <dgm:pt modelId="{332C6830-8188-4059-85A4-2E367B08DFAE}" type="pres">
      <dgm:prSet presAssocID="{45D4ECC9-A83D-4903-8B24-A0E84BC7B6C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FE9FF16-9F2E-483D-995A-0D71217B0E71}" srcId="{DFDE9254-57DD-4171-8991-8A91ACEC957D}" destId="{45D4ECC9-A83D-4903-8B24-A0E84BC7B6C9}" srcOrd="2" destOrd="0" parTransId="{431628C3-222C-4F77-9CF9-D7D988FA4DEB}" sibTransId="{0046B77F-AB28-4ACB-A363-9D4906A4A0E7}"/>
    <dgm:cxn modelId="{05FED517-AC6A-4EAA-A179-CF903CD9F2F8}" type="presOf" srcId="{DFDE9254-57DD-4171-8991-8A91ACEC957D}" destId="{F8C278F5-D195-4753-81D7-BF2D004B954C}" srcOrd="0" destOrd="0" presId="urn:microsoft.com/office/officeart/2018/5/layout/IconLeafLabelList"/>
    <dgm:cxn modelId="{C2554D4D-95CC-46FC-9F89-1E03352C3434}" type="presOf" srcId="{45D4ECC9-A83D-4903-8B24-A0E84BC7B6C9}" destId="{332C6830-8188-4059-85A4-2E367B08DFAE}" srcOrd="0" destOrd="0" presId="urn:microsoft.com/office/officeart/2018/5/layout/IconLeafLabelList"/>
    <dgm:cxn modelId="{AD40DC8E-21FB-405F-8827-FD9759516EEE}" srcId="{DFDE9254-57DD-4171-8991-8A91ACEC957D}" destId="{E28099A5-2144-481F-9F67-A3EC5DADCFBF}" srcOrd="1" destOrd="0" parTransId="{6D6F5658-98BC-49D7-8F3A-C64581162DC5}" sibTransId="{A703949E-6599-4F92-A710-00CEA7C5DDC1}"/>
    <dgm:cxn modelId="{315337AE-D04F-4436-B58A-035A389FF4F4}" type="presOf" srcId="{4DE6EAD6-C1CD-4751-BCD6-9DF5EC5BE246}" destId="{2231DC57-1B63-4F3E-87A5-F56DE98AE7A2}" srcOrd="0" destOrd="0" presId="urn:microsoft.com/office/officeart/2018/5/layout/IconLeafLabelList"/>
    <dgm:cxn modelId="{6F9DB9AF-912C-4984-A444-B083180BF6D8}" srcId="{DFDE9254-57DD-4171-8991-8A91ACEC957D}" destId="{4DE6EAD6-C1CD-4751-BCD6-9DF5EC5BE246}" srcOrd="0" destOrd="0" parTransId="{EE71EA76-C4C8-462D-B9C5-860DF7B4DB89}" sibTransId="{09579B7C-DB70-43D2-BCC3-6657AAC21F53}"/>
    <dgm:cxn modelId="{AFE6BCDF-304F-4655-A93D-D0A32D945901}" type="presOf" srcId="{E28099A5-2144-481F-9F67-A3EC5DADCFBF}" destId="{84D11E0E-4DA1-4CEE-AFA8-96EB8DD45B4C}" srcOrd="0" destOrd="0" presId="urn:microsoft.com/office/officeart/2018/5/layout/IconLeafLabelList"/>
    <dgm:cxn modelId="{23D67A40-6FC0-4198-98F4-B94DFC74D22D}" type="presParOf" srcId="{F8C278F5-D195-4753-81D7-BF2D004B954C}" destId="{5D45EED3-6A72-49F1-9634-131C1E65A65E}" srcOrd="0" destOrd="0" presId="urn:microsoft.com/office/officeart/2018/5/layout/IconLeafLabelList"/>
    <dgm:cxn modelId="{79A268BC-A8A2-4A59-83D8-8DC18273D228}" type="presParOf" srcId="{5D45EED3-6A72-49F1-9634-131C1E65A65E}" destId="{8CB08970-DDC9-4A73-84F8-C19829458362}" srcOrd="0" destOrd="0" presId="urn:microsoft.com/office/officeart/2018/5/layout/IconLeafLabelList"/>
    <dgm:cxn modelId="{1CA4CE5D-D038-433D-8E2F-4E587C199C2F}" type="presParOf" srcId="{5D45EED3-6A72-49F1-9634-131C1E65A65E}" destId="{80DA0870-F51A-475C-B941-6D0C279F48FD}" srcOrd="1" destOrd="0" presId="urn:microsoft.com/office/officeart/2018/5/layout/IconLeafLabelList"/>
    <dgm:cxn modelId="{FFC68CE5-2C02-494B-8BDC-0BD5D13CF485}" type="presParOf" srcId="{5D45EED3-6A72-49F1-9634-131C1E65A65E}" destId="{DF8E3B06-1514-4C10-AB10-F1B10029CE19}" srcOrd="2" destOrd="0" presId="urn:microsoft.com/office/officeart/2018/5/layout/IconLeafLabelList"/>
    <dgm:cxn modelId="{1C4C6C9F-7111-46EC-B9E3-3675EFFE54F8}" type="presParOf" srcId="{5D45EED3-6A72-49F1-9634-131C1E65A65E}" destId="{2231DC57-1B63-4F3E-87A5-F56DE98AE7A2}" srcOrd="3" destOrd="0" presId="urn:microsoft.com/office/officeart/2018/5/layout/IconLeafLabelList"/>
    <dgm:cxn modelId="{7554EC27-443C-4B3B-82C3-338B711B0859}" type="presParOf" srcId="{F8C278F5-D195-4753-81D7-BF2D004B954C}" destId="{A9F89F1C-13C0-4B2C-A701-2E77361FB484}" srcOrd="1" destOrd="0" presId="urn:microsoft.com/office/officeart/2018/5/layout/IconLeafLabelList"/>
    <dgm:cxn modelId="{2857E44F-4793-446A-AAFB-7444EB1F2A38}" type="presParOf" srcId="{F8C278F5-D195-4753-81D7-BF2D004B954C}" destId="{D0952363-AB4E-4646-B112-D415A13433C0}" srcOrd="2" destOrd="0" presId="urn:microsoft.com/office/officeart/2018/5/layout/IconLeafLabelList"/>
    <dgm:cxn modelId="{31E574BD-722F-441C-95AC-48A23EA8BE0D}" type="presParOf" srcId="{D0952363-AB4E-4646-B112-D415A13433C0}" destId="{D8951861-2585-4FCD-AD6A-2097899EDD3C}" srcOrd="0" destOrd="0" presId="urn:microsoft.com/office/officeart/2018/5/layout/IconLeafLabelList"/>
    <dgm:cxn modelId="{AE1993E9-D785-4A62-8EF0-82FFE7478F96}" type="presParOf" srcId="{D0952363-AB4E-4646-B112-D415A13433C0}" destId="{6E3A6425-A73A-4B57-AD2A-7A183F9950AF}" srcOrd="1" destOrd="0" presId="urn:microsoft.com/office/officeart/2018/5/layout/IconLeafLabelList"/>
    <dgm:cxn modelId="{1A49CDCC-E960-479D-9E0E-1140DAA84C6F}" type="presParOf" srcId="{D0952363-AB4E-4646-B112-D415A13433C0}" destId="{9FD356A2-7BB5-4FF4-9969-4397497D2A10}" srcOrd="2" destOrd="0" presId="urn:microsoft.com/office/officeart/2018/5/layout/IconLeafLabelList"/>
    <dgm:cxn modelId="{109F8FD7-43F6-4B58-AE6F-F1951006FD6F}" type="presParOf" srcId="{D0952363-AB4E-4646-B112-D415A13433C0}" destId="{84D11E0E-4DA1-4CEE-AFA8-96EB8DD45B4C}" srcOrd="3" destOrd="0" presId="urn:microsoft.com/office/officeart/2018/5/layout/IconLeafLabelList"/>
    <dgm:cxn modelId="{7FCB8F44-51D5-40AE-9BCA-D7C837E07EF8}" type="presParOf" srcId="{F8C278F5-D195-4753-81D7-BF2D004B954C}" destId="{083C07DB-0909-473C-A5F0-955720ABDE6B}" srcOrd="3" destOrd="0" presId="urn:microsoft.com/office/officeart/2018/5/layout/IconLeafLabelList"/>
    <dgm:cxn modelId="{E7AC4582-D480-4A61-A818-4D8937644BA0}" type="presParOf" srcId="{F8C278F5-D195-4753-81D7-BF2D004B954C}" destId="{D2A2AE16-DA60-4D59-9C17-041E8B974AAF}" srcOrd="4" destOrd="0" presId="urn:microsoft.com/office/officeart/2018/5/layout/IconLeafLabelList"/>
    <dgm:cxn modelId="{7B58F128-67C9-4589-BB50-6F490664374F}" type="presParOf" srcId="{D2A2AE16-DA60-4D59-9C17-041E8B974AAF}" destId="{7972E0A4-F9A7-48D1-AC44-F38656694C79}" srcOrd="0" destOrd="0" presId="urn:microsoft.com/office/officeart/2018/5/layout/IconLeafLabelList"/>
    <dgm:cxn modelId="{157E0F60-2F45-411C-8C83-6443E4A01832}" type="presParOf" srcId="{D2A2AE16-DA60-4D59-9C17-041E8B974AAF}" destId="{22844C91-D4B2-4663-A556-E92BE4A8DF53}" srcOrd="1" destOrd="0" presId="urn:microsoft.com/office/officeart/2018/5/layout/IconLeafLabelList"/>
    <dgm:cxn modelId="{16833A84-FD1D-4933-B9D7-F66BC33B364C}" type="presParOf" srcId="{D2A2AE16-DA60-4D59-9C17-041E8B974AAF}" destId="{B9F27865-B9B3-4023-9CC3-70C0F44E14EA}" srcOrd="2" destOrd="0" presId="urn:microsoft.com/office/officeart/2018/5/layout/IconLeafLabelList"/>
    <dgm:cxn modelId="{EDC623E5-8F83-4DC0-B40B-70E477641433}" type="presParOf" srcId="{D2A2AE16-DA60-4D59-9C17-041E8B974AAF}" destId="{332C6830-8188-4059-85A4-2E367B08DFA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C2DD21-3C73-417F-8ECD-B2E472857BE4}">
      <dsp:nvSpPr>
        <dsp:cNvPr id="0" name=""/>
        <dsp:cNvSpPr/>
      </dsp:nvSpPr>
      <dsp:spPr>
        <a:xfrm>
          <a:off x="0" y="344"/>
          <a:ext cx="4704588" cy="8070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AB4FB8-BC78-4209-ACB9-E820CE4D4C7E}">
      <dsp:nvSpPr>
        <dsp:cNvPr id="0" name=""/>
        <dsp:cNvSpPr/>
      </dsp:nvSpPr>
      <dsp:spPr>
        <a:xfrm>
          <a:off x="244143" y="181939"/>
          <a:ext cx="443898" cy="4438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1D6F73-6ACE-4B48-B87C-77CF44D3924C}">
      <dsp:nvSpPr>
        <dsp:cNvPr id="0" name=""/>
        <dsp:cNvSpPr/>
      </dsp:nvSpPr>
      <dsp:spPr>
        <a:xfrm>
          <a:off x="932186" y="344"/>
          <a:ext cx="3772401" cy="807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417" tIns="85417" rIns="85417" bIns="8541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- Couper le courant via le disjoncteur principal</a:t>
          </a:r>
          <a:endParaRPr lang="en-US" sz="1800" kern="1200" dirty="0"/>
        </a:p>
      </dsp:txBody>
      <dsp:txXfrm>
        <a:off x="932186" y="344"/>
        <a:ext cx="3772401" cy="807087"/>
      </dsp:txXfrm>
    </dsp:sp>
    <dsp:sp modelId="{D781527A-AD5C-4FD8-B188-BC8E14E26C16}">
      <dsp:nvSpPr>
        <dsp:cNvPr id="0" name=""/>
        <dsp:cNvSpPr/>
      </dsp:nvSpPr>
      <dsp:spPr>
        <a:xfrm>
          <a:off x="0" y="1009204"/>
          <a:ext cx="4704588" cy="8070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2E01D7-0D07-45F4-971F-1111BE85C279}">
      <dsp:nvSpPr>
        <dsp:cNvPr id="0" name=""/>
        <dsp:cNvSpPr/>
      </dsp:nvSpPr>
      <dsp:spPr>
        <a:xfrm>
          <a:off x="244143" y="1190798"/>
          <a:ext cx="443898" cy="4438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6B57F3-F803-42BF-90EC-5C3EAC1A33B7}">
      <dsp:nvSpPr>
        <dsp:cNvPr id="0" name=""/>
        <dsp:cNvSpPr/>
      </dsp:nvSpPr>
      <dsp:spPr>
        <a:xfrm>
          <a:off x="932186" y="1009204"/>
          <a:ext cx="3772401" cy="807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417" tIns="85417" rIns="85417" bIns="8541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- Connecter le module relais : phase, neutre, et fil pilote vers les radiateurs</a:t>
          </a:r>
          <a:endParaRPr lang="en-US" sz="1800" kern="1200" dirty="0"/>
        </a:p>
      </dsp:txBody>
      <dsp:txXfrm>
        <a:off x="932186" y="1009204"/>
        <a:ext cx="3772401" cy="807087"/>
      </dsp:txXfrm>
    </dsp:sp>
    <dsp:sp modelId="{A06171EE-F2C6-4DB1-8265-4E5834A1E0B1}">
      <dsp:nvSpPr>
        <dsp:cNvPr id="0" name=""/>
        <dsp:cNvSpPr/>
      </dsp:nvSpPr>
      <dsp:spPr>
        <a:xfrm>
          <a:off x="0" y="2018063"/>
          <a:ext cx="4704588" cy="8070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425195-6E7B-45EB-8BF1-49514A9CD962}">
      <dsp:nvSpPr>
        <dsp:cNvPr id="0" name=""/>
        <dsp:cNvSpPr/>
      </dsp:nvSpPr>
      <dsp:spPr>
        <a:xfrm>
          <a:off x="244143" y="2199658"/>
          <a:ext cx="443898" cy="4438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12ADC-9D2A-4A1B-98C3-C9C8A2771A11}">
      <dsp:nvSpPr>
        <dsp:cNvPr id="0" name=""/>
        <dsp:cNvSpPr/>
      </dsp:nvSpPr>
      <dsp:spPr>
        <a:xfrm>
          <a:off x="932186" y="2018063"/>
          <a:ext cx="3772401" cy="807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417" tIns="85417" rIns="85417" bIns="8541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- Utiliser des dominos ou des </a:t>
          </a:r>
          <a:r>
            <a:rPr lang="fr-FR" sz="1800" kern="1200" dirty="0" err="1"/>
            <a:t>wago</a:t>
          </a:r>
          <a:r>
            <a:rPr lang="fr-FR" sz="1800" kern="1200" dirty="0"/>
            <a:t> pour les raccordements</a:t>
          </a:r>
          <a:endParaRPr lang="en-US" sz="1800" kern="1200" dirty="0"/>
        </a:p>
      </dsp:txBody>
      <dsp:txXfrm>
        <a:off x="932186" y="2018063"/>
        <a:ext cx="3772401" cy="8070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20140A-8EF4-411A-ABAD-39DF03B65F48}">
      <dsp:nvSpPr>
        <dsp:cNvPr id="0" name=""/>
        <dsp:cNvSpPr/>
      </dsp:nvSpPr>
      <dsp:spPr>
        <a:xfrm>
          <a:off x="546763" y="73552"/>
          <a:ext cx="592470" cy="5924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16C82-17AC-4393-A62D-422D24E84EDC}">
      <dsp:nvSpPr>
        <dsp:cNvPr id="0" name=""/>
        <dsp:cNvSpPr/>
      </dsp:nvSpPr>
      <dsp:spPr>
        <a:xfrm>
          <a:off x="184697" y="863640"/>
          <a:ext cx="1316601" cy="52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Installer la </a:t>
          </a:r>
          <a:r>
            <a:rPr lang="fr-FR" sz="1100" kern="1200"/>
            <a:t>station</a:t>
          </a:r>
          <a:r>
            <a:rPr lang="en-US" sz="1100" kern="1200"/>
            <a:t> dans une pièce de vie</a:t>
          </a:r>
        </a:p>
      </dsp:txBody>
      <dsp:txXfrm>
        <a:off x="184697" y="863640"/>
        <a:ext cx="1316601" cy="526640"/>
      </dsp:txXfrm>
    </dsp:sp>
    <dsp:sp modelId="{CECEC7C9-C8F1-4EDC-9498-7470D77DC995}">
      <dsp:nvSpPr>
        <dsp:cNvPr id="0" name=""/>
        <dsp:cNvSpPr/>
      </dsp:nvSpPr>
      <dsp:spPr>
        <a:xfrm>
          <a:off x="2093770" y="73552"/>
          <a:ext cx="592470" cy="5924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7ACFA9-A998-45EC-9931-D89A385C1089}">
      <dsp:nvSpPr>
        <dsp:cNvPr id="0" name=""/>
        <dsp:cNvSpPr/>
      </dsp:nvSpPr>
      <dsp:spPr>
        <a:xfrm>
          <a:off x="1731704" y="863640"/>
          <a:ext cx="1316601" cy="52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Éviter les sources de chaleur ou de froid direct</a:t>
          </a:r>
        </a:p>
      </dsp:txBody>
      <dsp:txXfrm>
        <a:off x="1731704" y="863640"/>
        <a:ext cx="1316601" cy="526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B08970-DDC9-4A73-84F8-C19829458362}">
      <dsp:nvSpPr>
        <dsp:cNvPr id="0" name=""/>
        <dsp:cNvSpPr/>
      </dsp:nvSpPr>
      <dsp:spPr>
        <a:xfrm>
          <a:off x="188244" y="152893"/>
          <a:ext cx="588673" cy="588673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DA0870-F51A-475C-B941-6D0C279F48FD}">
      <dsp:nvSpPr>
        <dsp:cNvPr id="0" name=""/>
        <dsp:cNvSpPr/>
      </dsp:nvSpPr>
      <dsp:spPr>
        <a:xfrm>
          <a:off x="313699" y="278348"/>
          <a:ext cx="337763" cy="3377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1DC57-1B63-4F3E-87A5-F56DE98AE7A2}">
      <dsp:nvSpPr>
        <dsp:cNvPr id="0" name=""/>
        <dsp:cNvSpPr/>
      </dsp:nvSpPr>
      <dsp:spPr>
        <a:xfrm>
          <a:off x="61" y="924924"/>
          <a:ext cx="965039" cy="38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hlinkClick xmlns:r="http://schemas.openxmlformats.org/officeDocument/2006/relationships" r:id="rId3"/>
            </a:rPr>
            <a:t>- </a:t>
          </a:r>
          <a:r>
            <a:rPr lang="en-US" sz="1100" kern="1200" dirty="0" err="1">
              <a:hlinkClick xmlns:r="http://schemas.openxmlformats.org/officeDocument/2006/relationships" r:id="rId3"/>
            </a:rPr>
            <a:t>Tutoriels</a:t>
          </a:r>
          <a:r>
            <a:rPr lang="en-US" sz="1100" kern="1200" dirty="0">
              <a:hlinkClick xmlns:r="http://schemas.openxmlformats.org/officeDocument/2006/relationships" r:id="rId3"/>
            </a:rPr>
            <a:t> </a:t>
          </a:r>
          <a:r>
            <a:rPr lang="en-US" sz="1100" kern="1200" dirty="0" err="1">
              <a:hlinkClick xmlns:r="http://schemas.openxmlformats.org/officeDocument/2006/relationships" r:id="rId3"/>
            </a:rPr>
            <a:t>disponibles</a:t>
          </a:r>
          <a:r>
            <a:rPr lang="en-US" sz="1100" kern="1200" dirty="0">
              <a:hlinkClick xmlns:r="http://schemas.openxmlformats.org/officeDocument/2006/relationships" r:id="rId3"/>
            </a:rPr>
            <a:t> sur YouTube et site </a:t>
          </a:r>
          <a:r>
            <a:rPr lang="en-US" sz="1100" kern="1200" dirty="0" err="1">
              <a:hlinkClick xmlns:r="http://schemas.openxmlformats.org/officeDocument/2006/relationships" r:id="rId3"/>
            </a:rPr>
            <a:t>Sowee</a:t>
          </a:r>
          <a:endParaRPr lang="en-US" sz="1100" kern="1200" dirty="0"/>
        </a:p>
      </dsp:txBody>
      <dsp:txXfrm>
        <a:off x="61" y="924924"/>
        <a:ext cx="965039" cy="386015"/>
      </dsp:txXfrm>
    </dsp:sp>
    <dsp:sp modelId="{D8951861-2585-4FCD-AD6A-2097899EDD3C}">
      <dsp:nvSpPr>
        <dsp:cNvPr id="0" name=""/>
        <dsp:cNvSpPr/>
      </dsp:nvSpPr>
      <dsp:spPr>
        <a:xfrm>
          <a:off x="1322165" y="152893"/>
          <a:ext cx="588673" cy="588673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3A6425-A73A-4B57-AD2A-7A183F9950AF}">
      <dsp:nvSpPr>
        <dsp:cNvPr id="0" name=""/>
        <dsp:cNvSpPr/>
      </dsp:nvSpPr>
      <dsp:spPr>
        <a:xfrm>
          <a:off x="1447620" y="278348"/>
          <a:ext cx="337763" cy="337763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11E0E-4DA1-4CEE-AFA8-96EB8DD45B4C}">
      <dsp:nvSpPr>
        <dsp:cNvPr id="0" name=""/>
        <dsp:cNvSpPr/>
      </dsp:nvSpPr>
      <dsp:spPr>
        <a:xfrm>
          <a:off x="1133982" y="924924"/>
          <a:ext cx="965039" cy="38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- </a:t>
          </a:r>
          <a:r>
            <a:rPr lang="en-US" sz="1100" kern="1200" dirty="0" err="1"/>
            <a:t>Penser</a:t>
          </a:r>
          <a:r>
            <a:rPr lang="en-US" sz="1100" kern="1200" dirty="0"/>
            <a:t> à tester les </a:t>
          </a:r>
          <a:r>
            <a:rPr lang="en-US" sz="1100" kern="1200" dirty="0" err="1"/>
            <a:t>différents</a:t>
          </a:r>
          <a:r>
            <a:rPr lang="en-US" sz="1100" kern="1200" dirty="0"/>
            <a:t> modes du fil </a:t>
          </a:r>
          <a:r>
            <a:rPr lang="en-US" sz="1100" kern="1200" dirty="0" err="1"/>
            <a:t>pilote</a:t>
          </a:r>
          <a:endParaRPr lang="en-US" sz="1100" kern="1200" dirty="0"/>
        </a:p>
      </dsp:txBody>
      <dsp:txXfrm>
        <a:off x="1133982" y="924924"/>
        <a:ext cx="965039" cy="386015"/>
      </dsp:txXfrm>
    </dsp:sp>
    <dsp:sp modelId="{7972E0A4-F9A7-48D1-AC44-F38656694C79}">
      <dsp:nvSpPr>
        <dsp:cNvPr id="0" name=""/>
        <dsp:cNvSpPr/>
      </dsp:nvSpPr>
      <dsp:spPr>
        <a:xfrm>
          <a:off x="2456085" y="152893"/>
          <a:ext cx="588673" cy="588673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844C91-D4B2-4663-A556-E92BE4A8DF53}">
      <dsp:nvSpPr>
        <dsp:cNvPr id="0" name=""/>
        <dsp:cNvSpPr/>
      </dsp:nvSpPr>
      <dsp:spPr>
        <a:xfrm>
          <a:off x="2581541" y="278348"/>
          <a:ext cx="337763" cy="337763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C6830-8188-4059-85A4-2E367B08DFAE}">
      <dsp:nvSpPr>
        <dsp:cNvPr id="0" name=""/>
        <dsp:cNvSpPr/>
      </dsp:nvSpPr>
      <dsp:spPr>
        <a:xfrm>
          <a:off x="2267903" y="924924"/>
          <a:ext cx="965039" cy="38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- </a:t>
          </a:r>
          <a:r>
            <a:rPr lang="en-US" sz="1100" kern="1200" dirty="0" err="1"/>
            <a:t>Contacter</a:t>
          </a:r>
          <a:r>
            <a:rPr lang="en-US" sz="1100" kern="1200" dirty="0"/>
            <a:t> le service client </a:t>
          </a:r>
          <a:r>
            <a:rPr lang="en-US" sz="1100" kern="1200" dirty="0" err="1"/>
            <a:t>Sowee</a:t>
          </a:r>
          <a:r>
            <a:rPr lang="en-US" sz="1100" kern="1200" dirty="0"/>
            <a:t> </a:t>
          </a:r>
          <a:r>
            <a:rPr lang="en-US" sz="1100" kern="1200" dirty="0" err="1"/>
            <a:t>en</a:t>
          </a:r>
          <a:r>
            <a:rPr lang="en-US" sz="1100" kern="1200" dirty="0"/>
            <a:t> </a:t>
          </a:r>
          <a:r>
            <a:rPr lang="en-US" sz="1100" kern="1200" dirty="0" err="1"/>
            <a:t>cas</a:t>
          </a:r>
          <a:r>
            <a:rPr lang="en-US" sz="1100" kern="1200" dirty="0"/>
            <a:t> de </a:t>
          </a:r>
          <a:r>
            <a:rPr lang="en-US" sz="1100" kern="1200" dirty="0" err="1"/>
            <a:t>besoin</a:t>
          </a:r>
          <a:r>
            <a:rPr lang="en-US" sz="1100" kern="1200" dirty="0"/>
            <a:t> au 0806 800 444</a:t>
          </a:r>
        </a:p>
      </dsp:txBody>
      <dsp:txXfrm>
        <a:off x="2267903" y="924924"/>
        <a:ext cx="965039" cy="386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A79CD-486D-400E-9C4D-F6ED6A3190C1}" type="datetimeFigureOut">
              <a:rPr lang="fr-FR" smtClean="0"/>
              <a:t>10/04/2025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635ABF-C849-40FE-84AE-755EA14831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257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35ABF-C849-40FE-84AE-755EA148313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656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05265DC-CF6B-4AE8-B3F3-2A7A1637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488" y="4176068"/>
            <a:ext cx="3293268" cy="19078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</a:rPr>
              <a:t>Installation d’un thermostat </a:t>
            </a:r>
            <a:r>
              <a:rPr lang="en-US" sz="2700" dirty="0" err="1">
                <a:solidFill>
                  <a:schemeClr val="bg1"/>
                </a:solidFill>
              </a:rPr>
              <a:t>connecté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Sowee</a:t>
            </a:r>
            <a:r>
              <a:rPr lang="en-US" sz="2700" dirty="0">
                <a:solidFill>
                  <a:schemeClr val="bg1"/>
                </a:solidFill>
              </a:rPr>
              <a:t> avec </a:t>
            </a:r>
            <a:r>
              <a:rPr lang="en-US" sz="2700" dirty="0" err="1">
                <a:solidFill>
                  <a:schemeClr val="bg1"/>
                </a:solidFill>
              </a:rPr>
              <a:t>radiateurs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électriques</a:t>
            </a:r>
            <a:endParaRPr lang="en-US" sz="2700" dirty="0">
              <a:solidFill>
                <a:schemeClr val="bg1"/>
              </a:solidFill>
            </a:endParaRPr>
          </a:p>
        </p:txBody>
      </p:sp>
      <p:pic>
        <p:nvPicPr>
          <p:cNvPr id="6" name="Image 5" descr="Une image contenant texte, gadget, Appareil de communications portabl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BE40F91-3349-C3B2-6A8A-B4B83F4870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8" r="3" b="3"/>
          <a:stretch/>
        </p:blipFill>
        <p:spPr>
          <a:xfrm>
            <a:off x="20" y="2"/>
            <a:ext cx="9143980" cy="3418853"/>
          </a:xfrm>
          <a:custGeom>
            <a:avLst/>
            <a:gdLst/>
            <a:ahLst/>
            <a:cxnLst/>
            <a:rect l="l" t="t" r="r" b="b"/>
            <a:pathLst>
              <a:path w="12192000" h="3418853">
                <a:moveTo>
                  <a:pt x="0" y="0"/>
                </a:moveTo>
                <a:lnTo>
                  <a:pt x="12192000" y="0"/>
                </a:lnTo>
                <a:lnTo>
                  <a:pt x="12192000" y="227978"/>
                </a:lnTo>
                <a:lnTo>
                  <a:pt x="12192000" y="2065168"/>
                </a:lnTo>
                <a:lnTo>
                  <a:pt x="12192000" y="3342653"/>
                </a:lnTo>
                <a:lnTo>
                  <a:pt x="9439275" y="3418853"/>
                </a:lnTo>
                <a:lnTo>
                  <a:pt x="5572127" y="3171203"/>
                </a:lnTo>
                <a:lnTo>
                  <a:pt x="0" y="3342653"/>
                </a:lnTo>
                <a:lnTo>
                  <a:pt x="0" y="2065168"/>
                </a:lnTo>
                <a:lnTo>
                  <a:pt x="0" y="227978"/>
                </a:lnTo>
                <a:close/>
              </a:path>
            </a:pathLst>
          </a:cu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37EA779C-87BF-454F-919D-A3DA98FD8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59818"/>
            <a:ext cx="9144000" cy="757168"/>
            <a:chOff x="0" y="2959818"/>
            <a:chExt cx="12192000" cy="757168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8C2E702-9A3E-420B-81FC-693685CAF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AA40418-2F7D-4A2A-84C0-1A72B0307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6110" y="4744211"/>
            <a:ext cx="3100737" cy="424884"/>
          </a:xfrm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 algn="ctr" defTabSz="914400">
              <a:spcBef>
                <a:spcPts val="1000"/>
              </a:spcBef>
              <a:buNone/>
            </a:pPr>
            <a:r>
              <a:rPr lang="en-US" sz="2400" i="1" dirty="0">
                <a:solidFill>
                  <a:schemeClr val="bg1">
                    <a:alpha val="80000"/>
                  </a:schemeClr>
                </a:solidFill>
              </a:rPr>
              <a:t>Guide étape par étape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14C78B5-EC6B-4A39-8860-705100867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anchor="t">
            <a:normAutofit/>
          </a:bodyPr>
          <a:lstStyle/>
          <a:p>
            <a:r>
              <a:rPr lang="fr-FR" sz="3500">
                <a:solidFill>
                  <a:schemeClr val="bg1"/>
                </a:solidFill>
              </a:rPr>
              <a:t>Matériel nécessaire</a:t>
            </a:r>
          </a:p>
        </p:txBody>
      </p:sp>
      <p:pic>
        <p:nvPicPr>
          <p:cNvPr id="15" name="Image 14" descr="Une image contenant cercle&#10;&#10;Le contenu généré par l’IA peut être incorrect.">
            <a:extLst>
              <a:ext uri="{FF2B5EF4-FFF2-40B4-BE49-F238E27FC236}">
                <a16:creationId xmlns:a16="http://schemas.microsoft.com/office/drawing/2014/main" id="{78471F7B-35FF-C6B1-AF6B-DA67BCAC0A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19" r="12503"/>
          <a:stretch/>
        </p:blipFill>
        <p:spPr>
          <a:xfrm>
            <a:off x="20" y="10"/>
            <a:ext cx="3000355" cy="3904882"/>
          </a:xfrm>
          <a:custGeom>
            <a:avLst/>
            <a:gdLst/>
            <a:ahLst/>
            <a:cxnLst/>
            <a:rect l="l" t="t" r="r" b="b"/>
            <a:pathLst>
              <a:path w="4000500" h="3413410">
                <a:moveTo>
                  <a:pt x="0" y="0"/>
                </a:moveTo>
                <a:lnTo>
                  <a:pt x="4000500" y="0"/>
                </a:lnTo>
                <a:lnTo>
                  <a:pt x="4000500" y="3330603"/>
                </a:lnTo>
                <a:lnTo>
                  <a:pt x="416174" y="3413410"/>
                </a:lnTo>
                <a:lnTo>
                  <a:pt x="0" y="3408169"/>
                </a:lnTo>
                <a:close/>
              </a:path>
            </a:pathLst>
          </a:custGeom>
        </p:spPr>
      </p:pic>
      <p:pic>
        <p:nvPicPr>
          <p:cNvPr id="5" name="Image 4" descr="Une image contenant texte, horloge, conception&#10;&#10;Le contenu généré par l’IA peut être incorrect.">
            <a:extLst>
              <a:ext uri="{FF2B5EF4-FFF2-40B4-BE49-F238E27FC236}">
                <a16:creationId xmlns:a16="http://schemas.microsoft.com/office/drawing/2014/main" id="{7EBD65B3-C63F-89F7-AE5E-DD85F66072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14" r="29140" b="-1"/>
          <a:stretch/>
        </p:blipFill>
        <p:spPr>
          <a:xfrm>
            <a:off x="3143251" y="10"/>
            <a:ext cx="2857499" cy="3904881"/>
          </a:xfrm>
          <a:custGeom>
            <a:avLst/>
            <a:gdLst/>
            <a:ahLst/>
            <a:cxnLst/>
            <a:rect l="l" t="t" r="r" b="b"/>
            <a:pathLst>
              <a:path w="3809998" h="3361533">
                <a:moveTo>
                  <a:pt x="0" y="0"/>
                </a:moveTo>
                <a:lnTo>
                  <a:pt x="3809998" y="0"/>
                </a:lnTo>
                <a:lnTo>
                  <a:pt x="3809998" y="3353206"/>
                </a:lnTo>
                <a:lnTo>
                  <a:pt x="1781628" y="3181423"/>
                </a:lnTo>
                <a:lnTo>
                  <a:pt x="0" y="3361533"/>
                </a:lnTo>
                <a:close/>
              </a:path>
            </a:pathLst>
          </a:custGeom>
        </p:spPr>
      </p:pic>
      <p:pic>
        <p:nvPicPr>
          <p:cNvPr id="7" name="Image 6" descr="Une image contenant bougie, symbole, noir et blanc, léger&#10;&#10;Le contenu généré par l’IA peut être incorrect.">
            <a:extLst>
              <a:ext uri="{FF2B5EF4-FFF2-40B4-BE49-F238E27FC236}">
                <a16:creationId xmlns:a16="http://schemas.microsoft.com/office/drawing/2014/main" id="{4F661F5A-EA84-CD19-E27C-87B40CC2E2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036" r="22672" b="-2"/>
          <a:stretch/>
        </p:blipFill>
        <p:spPr>
          <a:xfrm>
            <a:off x="6143625" y="-1"/>
            <a:ext cx="3000375" cy="4008409"/>
          </a:xfrm>
          <a:custGeom>
            <a:avLst/>
            <a:gdLst/>
            <a:ahLst/>
            <a:cxnLst/>
            <a:rect l="l" t="t" r="r" b="b"/>
            <a:pathLst>
              <a:path w="4000500" h="3403026">
                <a:moveTo>
                  <a:pt x="0" y="0"/>
                </a:moveTo>
                <a:lnTo>
                  <a:pt x="4000500" y="0"/>
                </a:lnTo>
                <a:lnTo>
                  <a:pt x="4000500" y="3403026"/>
                </a:lnTo>
                <a:lnTo>
                  <a:pt x="9072" y="3370108"/>
                </a:lnTo>
                <a:lnTo>
                  <a:pt x="0" y="3369340"/>
                </a:lnTo>
                <a:close/>
              </a:path>
            </a:pathLst>
          </a:cu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50943B0-FDF7-4C2C-B784-9208C945A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4021FAB-FA86-49DE-8FC9-585A1729B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B58B526-A432-4EB5-AA70-2BB897257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5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150" y="4766267"/>
            <a:ext cx="4269581" cy="107741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1500" dirty="0">
                <a:solidFill>
                  <a:schemeClr val="bg1">
                    <a:alpha val="80000"/>
                  </a:schemeClr>
                </a:solidFill>
              </a:rPr>
              <a:t>- Thermostat connecté </a:t>
            </a:r>
            <a:r>
              <a:rPr lang="fr-FR" sz="1500" dirty="0" err="1">
                <a:solidFill>
                  <a:schemeClr val="bg1">
                    <a:alpha val="80000"/>
                  </a:schemeClr>
                </a:solidFill>
              </a:rPr>
              <a:t>Sowee</a:t>
            </a:r>
            <a:r>
              <a:rPr lang="fr-FR" sz="1500" dirty="0">
                <a:solidFill>
                  <a:schemeClr val="bg1">
                    <a:alpha val="80000"/>
                  </a:schemeClr>
                </a:solidFill>
              </a:rPr>
              <a:t> </a:t>
            </a:r>
          </a:p>
          <a:p>
            <a:pPr>
              <a:lnSpc>
                <a:spcPct val="90000"/>
              </a:lnSpc>
            </a:pPr>
            <a:r>
              <a:rPr lang="fr-FR" sz="1500" dirty="0">
                <a:solidFill>
                  <a:schemeClr val="bg1">
                    <a:alpha val="80000"/>
                  </a:schemeClr>
                </a:solidFill>
              </a:rPr>
              <a:t>- Modules relais </a:t>
            </a:r>
            <a:r>
              <a:rPr lang="fr-FR" sz="1500" dirty="0" err="1">
                <a:solidFill>
                  <a:schemeClr val="bg1">
                    <a:alpha val="80000"/>
                  </a:schemeClr>
                </a:solidFill>
              </a:rPr>
              <a:t>Sowee</a:t>
            </a:r>
            <a:r>
              <a:rPr lang="fr-FR" sz="1500" dirty="0">
                <a:solidFill>
                  <a:schemeClr val="bg1">
                    <a:alpha val="80000"/>
                  </a:schemeClr>
                </a:solidFill>
              </a:rPr>
              <a:t> et capteurs</a:t>
            </a:r>
          </a:p>
          <a:p>
            <a:pPr>
              <a:lnSpc>
                <a:spcPct val="90000"/>
              </a:lnSpc>
            </a:pPr>
            <a:r>
              <a:rPr lang="fr-FR" sz="1500" dirty="0">
                <a:solidFill>
                  <a:schemeClr val="bg1">
                    <a:alpha val="80000"/>
                  </a:schemeClr>
                </a:solidFill>
              </a:rPr>
              <a:t>- Accès au Wi-Fi domestique</a:t>
            </a:r>
          </a:p>
          <a:p>
            <a:pPr>
              <a:lnSpc>
                <a:spcPct val="90000"/>
              </a:lnSpc>
            </a:pPr>
            <a:r>
              <a:rPr lang="fr-FR" sz="1500" dirty="0">
                <a:solidFill>
                  <a:schemeClr val="bg1">
                    <a:alpha val="80000"/>
                  </a:schemeClr>
                </a:solidFill>
              </a:rPr>
              <a:t>- Smartphone ou tablette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90EDA9-2517-46EC-B6D4-3918D0478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486" y="1078992"/>
            <a:ext cx="4704588" cy="1536192"/>
          </a:xfrm>
          <a:solidFill>
            <a:schemeClr val="bg1"/>
          </a:solidFill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500" dirty="0"/>
              <a:t>Étape 1 – Branchement des modules relais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49B1F2-532C-44C7-8AC7-28EA15EE0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8650" y="43196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Image 4" descr="Une image contenant machine, Ingénierie électronique, Appareils électroniques&#10;&#10;Le contenu généré par l’IA peut être incorrect.">
            <a:extLst>
              <a:ext uri="{FF2B5EF4-FFF2-40B4-BE49-F238E27FC236}">
                <a16:creationId xmlns:a16="http://schemas.microsoft.com/office/drawing/2014/main" id="{83BF156B-3957-6AB8-8D5D-6078534551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21" r="-6" b="9477"/>
          <a:stretch/>
        </p:blipFill>
        <p:spPr>
          <a:xfrm>
            <a:off x="5763006" y="10"/>
            <a:ext cx="3380994" cy="293457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E7D3784-5CF9-4282-9B1C-52395785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4" y="2935541"/>
            <a:ext cx="46634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3B8168B5-54CB-2EE4-1949-43BD06DFBB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51222"/>
              </p:ext>
            </p:extLst>
          </p:nvPr>
        </p:nvGraphicFramePr>
        <p:xfrm>
          <a:off x="459486" y="3355848"/>
          <a:ext cx="4704588" cy="2825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Image 6" descr="Une image contenant Appareils électroniques, câble, fils électriques, Ingénierie électronique&#10;&#10;Le contenu généré par l’IA peut être incorrect.">
            <a:extLst>
              <a:ext uri="{FF2B5EF4-FFF2-40B4-BE49-F238E27FC236}">
                <a16:creationId xmlns:a16="http://schemas.microsoft.com/office/drawing/2014/main" id="{00549D92-BA4C-64C7-2904-8CA698A26BB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378" r="13295"/>
          <a:stretch/>
        </p:blipFill>
        <p:spPr>
          <a:xfrm>
            <a:off x="5623560" y="3165836"/>
            <a:ext cx="3175367" cy="34609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CB593EA-2F98-479F-B4C4-F366571FA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4" descr="Une image contenant texte, capture d’écran, Publicité en ligne, Site web&#10;&#10;Le contenu généré par l’IA peut être incorrect.">
            <a:extLst>
              <a:ext uri="{FF2B5EF4-FFF2-40B4-BE49-F238E27FC236}">
                <a16:creationId xmlns:a16="http://schemas.microsoft.com/office/drawing/2014/main" id="{456247C2-0A5E-7EC0-B73C-8C82867903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90" r="1" b="19172"/>
          <a:stretch/>
        </p:blipFill>
        <p:spPr>
          <a:xfrm>
            <a:off x="20" y="10"/>
            <a:ext cx="2227828" cy="3383269"/>
          </a:xfrm>
          <a:prstGeom prst="rect">
            <a:avLst/>
          </a:prstGeom>
        </p:spPr>
      </p:pic>
      <p:pic>
        <p:nvPicPr>
          <p:cNvPr id="13" name="Image 12" descr="Une image contenant texte, capture d’écran, Site web, logiciel&#10;&#10;Le contenu généré par l’IA peut être incorrect.">
            <a:extLst>
              <a:ext uri="{FF2B5EF4-FFF2-40B4-BE49-F238E27FC236}">
                <a16:creationId xmlns:a16="http://schemas.microsoft.com/office/drawing/2014/main" id="{C8014789-9A25-CFD7-8D86-CDCB519D64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544" r="1" b="14118"/>
          <a:stretch/>
        </p:blipFill>
        <p:spPr>
          <a:xfrm>
            <a:off x="2304717" y="10"/>
            <a:ext cx="2227848" cy="3383268"/>
          </a:xfrm>
          <a:prstGeom prst="rect">
            <a:avLst/>
          </a:prstGeom>
        </p:spPr>
      </p:pic>
      <p:pic>
        <p:nvPicPr>
          <p:cNvPr id="9" name="Image 8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D6D82FE7-6267-CFA7-8477-F220D0B6CB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421" r="4" b="19274"/>
          <a:stretch/>
        </p:blipFill>
        <p:spPr>
          <a:xfrm>
            <a:off x="4609431" y="10"/>
            <a:ext cx="2228850" cy="3383268"/>
          </a:xfrm>
          <a:prstGeom prst="rect">
            <a:avLst/>
          </a:prstGeom>
        </p:spPr>
      </p:pic>
      <p:pic>
        <p:nvPicPr>
          <p:cNvPr id="7" name="Image 6" descr="Une image contenant texte, capture d’écran, logiciel, Système d’exploitation&#10;&#10;Le contenu généré par l’IA peut être incorrect.">
            <a:extLst>
              <a:ext uri="{FF2B5EF4-FFF2-40B4-BE49-F238E27FC236}">
                <a16:creationId xmlns:a16="http://schemas.microsoft.com/office/drawing/2014/main" id="{D2F9D089-144C-7F68-87D3-C083543E76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18" r="4" b="26678"/>
          <a:stretch/>
        </p:blipFill>
        <p:spPr>
          <a:xfrm>
            <a:off x="6915150" y="10"/>
            <a:ext cx="2228850" cy="3383268"/>
          </a:xfrm>
          <a:prstGeom prst="rect">
            <a:avLst/>
          </a:prstGeom>
        </p:spPr>
      </p:pic>
      <p:pic>
        <p:nvPicPr>
          <p:cNvPr id="11" name="Image 10" descr="Une image contenant texte, capture d’écran, logiciel, Système d’exploitation&#10;&#10;Le contenu généré par l’IA peut être incorrect.">
            <a:extLst>
              <a:ext uri="{FF2B5EF4-FFF2-40B4-BE49-F238E27FC236}">
                <a16:creationId xmlns:a16="http://schemas.microsoft.com/office/drawing/2014/main" id="{8B96ADF0-11A7-05E7-0457-E4552AA176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4306" r="-1" b="32110"/>
          <a:stretch/>
        </p:blipFill>
        <p:spPr>
          <a:xfrm>
            <a:off x="-763" y="3474720"/>
            <a:ext cx="4533328" cy="33832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9BEB6D0-9E4E-4221-93D1-74ABECEE9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9432" y="3474720"/>
            <a:ext cx="4534568" cy="3383281"/>
          </a:xfrm>
          <a:prstGeom prst="rect">
            <a:avLst/>
          </a:prstGeom>
          <a:solidFill>
            <a:srgbClr val="314B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8FE9E4-A258-DFFE-1778-17086FE70EC1}"/>
              </a:ext>
            </a:extLst>
          </p:cNvPr>
          <p:cNvSpPr/>
          <p:nvPr/>
        </p:nvSpPr>
        <p:spPr>
          <a:xfrm>
            <a:off x="4572000" y="3474720"/>
            <a:ext cx="4572000" cy="338328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2671" y="3908652"/>
            <a:ext cx="3895311" cy="63712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1800" b="1" dirty="0">
                <a:solidFill>
                  <a:srgbClr val="FFFFFF"/>
                </a:solidFill>
              </a:rPr>
              <a:t>Étape 2 – Installation de la station </a:t>
            </a:r>
            <a:r>
              <a:rPr lang="fr-FR" sz="1800" b="1" dirty="0" err="1">
                <a:solidFill>
                  <a:srgbClr val="FFFFFF"/>
                </a:solidFill>
              </a:rPr>
              <a:t>Sowee</a:t>
            </a:r>
            <a:endParaRPr lang="fr-FR" sz="18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2671" y="4760948"/>
            <a:ext cx="4024957" cy="1244756"/>
          </a:xfrm>
        </p:spPr>
        <p:txBody>
          <a:bodyPr>
            <a:normAutofit/>
          </a:bodyPr>
          <a:lstStyle/>
          <a:p>
            <a:r>
              <a:rPr lang="fr-FR" sz="1600" dirty="0">
                <a:solidFill>
                  <a:srgbClr val="FFFFFF"/>
                </a:solidFill>
              </a:rPr>
              <a:t>- Brancher la station sur une prise secteur</a:t>
            </a:r>
          </a:p>
          <a:p>
            <a:r>
              <a:rPr lang="fr-FR" sz="1600" dirty="0">
                <a:solidFill>
                  <a:srgbClr val="FFFFFF"/>
                </a:solidFill>
              </a:rPr>
              <a:t>- Suivre les instructions à l’écran</a:t>
            </a:r>
          </a:p>
          <a:p>
            <a:r>
              <a:rPr lang="fr-FR" sz="1600" dirty="0">
                <a:solidFill>
                  <a:srgbClr val="FFFFFF"/>
                </a:solidFill>
              </a:rPr>
              <a:t>- Se connecter au Wi-Fi</a:t>
            </a:r>
          </a:p>
          <a:p>
            <a:r>
              <a:rPr lang="fr-FR" sz="1600" dirty="0">
                <a:solidFill>
                  <a:srgbClr val="FFFFFF"/>
                </a:solidFill>
              </a:rPr>
              <a:t>- Créer un compte </a:t>
            </a:r>
            <a:r>
              <a:rPr lang="fr-FR" sz="1600" dirty="0" err="1">
                <a:solidFill>
                  <a:srgbClr val="FFFFFF"/>
                </a:solidFill>
              </a:rPr>
              <a:t>Sowee</a:t>
            </a:r>
            <a:r>
              <a:rPr lang="fr-FR" sz="1600" dirty="0">
                <a:solidFill>
                  <a:srgbClr val="FFFFFF"/>
                </a:solidFill>
              </a:rPr>
              <a:t> ou se connecter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CABB3CFE-6428-EA3C-ADC1-D4F4F768FBE8}"/>
              </a:ext>
            </a:extLst>
          </p:cNvPr>
          <p:cNvSpPr txBox="1"/>
          <p:nvPr/>
        </p:nvSpPr>
        <p:spPr>
          <a:xfrm>
            <a:off x="1797423" y="401015"/>
            <a:ext cx="5549153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fr-FR" sz="2800" b="1" i="1" dirty="0"/>
              <a:t>Etape 3 – Appairage relais / station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C1016733-C2AA-1BE5-878F-477928E9CCA2}"/>
              </a:ext>
            </a:extLst>
          </p:cNvPr>
          <p:cNvGrpSpPr/>
          <p:nvPr/>
        </p:nvGrpSpPr>
        <p:grpSpPr>
          <a:xfrm>
            <a:off x="1" y="1006756"/>
            <a:ext cx="9144000" cy="5851244"/>
            <a:chOff x="1" y="1006756"/>
            <a:chExt cx="9144000" cy="5851244"/>
          </a:xfrm>
        </p:grpSpPr>
        <p:pic>
          <p:nvPicPr>
            <p:cNvPr id="3" name="Image 2" descr="Une image contenant texte, capture d’écran, diagramme, conception&#10;&#10;Le contenu généré par l’IA peut être incorrect.">
              <a:extLst>
                <a:ext uri="{FF2B5EF4-FFF2-40B4-BE49-F238E27FC236}">
                  <a16:creationId xmlns:a16="http://schemas.microsoft.com/office/drawing/2014/main" id="{A0A90518-C4C0-4591-8D71-6535AFD00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" y="1631576"/>
              <a:ext cx="9144000" cy="5226424"/>
            </a:xfrm>
            <a:prstGeom prst="rect">
              <a:avLst/>
            </a:prstGeom>
          </p:spPr>
        </p:pic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5FC8617A-EF26-2078-133D-E60C051AA0A2}"/>
                </a:ext>
              </a:extLst>
            </p:cNvPr>
            <p:cNvSpPr/>
            <p:nvPr/>
          </p:nvSpPr>
          <p:spPr>
            <a:xfrm>
              <a:off x="242045" y="1006756"/>
              <a:ext cx="2492190" cy="1180356"/>
            </a:xfrm>
            <a:prstGeom prst="roundRect">
              <a:avLst>
                <a:gd name="adj" fmla="val 17728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A72E2169-D56A-9A19-3C3A-9D2DE7226C22}"/>
                </a:ext>
              </a:extLst>
            </p:cNvPr>
            <p:cNvSpPr txBox="1"/>
            <p:nvPr/>
          </p:nvSpPr>
          <p:spPr>
            <a:xfrm>
              <a:off x="188257" y="1107957"/>
              <a:ext cx="259976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US" dirty="0">
                  <a:solidFill>
                    <a:schemeClr val="bg1"/>
                  </a:solidFill>
                </a:rPr>
                <a:t>2 – Confirmation de </a:t>
              </a:r>
            </a:p>
            <a:p>
              <a:pPr lvl="0" algn="ctr"/>
              <a:r>
                <a:rPr lang="en-US" dirty="0" err="1">
                  <a:solidFill>
                    <a:schemeClr val="bg1"/>
                  </a:solidFill>
                </a:rPr>
                <a:t>l’appairage</a:t>
              </a:r>
              <a:r>
                <a:rPr lang="en-US" dirty="0">
                  <a:solidFill>
                    <a:schemeClr val="bg1"/>
                  </a:solidFill>
                </a:rPr>
                <a:t> via </a:t>
              </a:r>
              <a:r>
                <a:rPr lang="en-US" dirty="0" err="1">
                  <a:solidFill>
                    <a:schemeClr val="bg1"/>
                  </a:solidFill>
                </a:rPr>
                <a:t>l’écran</a:t>
              </a:r>
              <a:r>
                <a:rPr lang="en-US" dirty="0">
                  <a:solidFill>
                    <a:schemeClr val="bg1"/>
                  </a:solidFill>
                </a:rPr>
                <a:t> de la station</a:t>
              </a:r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D33DEC0F-71D5-56FC-E87F-B1A8E27C8E17}"/>
              </a:ext>
            </a:extLst>
          </p:cNvPr>
          <p:cNvGrpSpPr/>
          <p:nvPr/>
        </p:nvGrpSpPr>
        <p:grpSpPr>
          <a:xfrm>
            <a:off x="5716087" y="4120505"/>
            <a:ext cx="3082772" cy="1180356"/>
            <a:chOff x="4114801" y="5247628"/>
            <a:chExt cx="4572000" cy="986118"/>
          </a:xfrm>
        </p:grpSpPr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043749F0-188A-6847-B594-D1A2BC59767C}"/>
                </a:ext>
              </a:extLst>
            </p:cNvPr>
            <p:cNvSpPr/>
            <p:nvPr/>
          </p:nvSpPr>
          <p:spPr>
            <a:xfrm>
              <a:off x="4114801" y="5247628"/>
              <a:ext cx="4572000" cy="986118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D727C271-D37D-BA53-5695-C5E32835E316}"/>
                </a:ext>
              </a:extLst>
            </p:cNvPr>
            <p:cNvSpPr txBox="1"/>
            <p:nvPr/>
          </p:nvSpPr>
          <p:spPr>
            <a:xfrm>
              <a:off x="4114801" y="5364926"/>
              <a:ext cx="4572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US" dirty="0">
                  <a:solidFill>
                    <a:schemeClr val="bg1"/>
                  </a:solidFill>
                </a:rPr>
                <a:t>3- </a:t>
              </a:r>
              <a:r>
                <a:rPr lang="en-US" dirty="0" err="1">
                  <a:solidFill>
                    <a:schemeClr val="bg1"/>
                  </a:solidFill>
                </a:rPr>
                <a:t>Possibilité</a:t>
              </a:r>
              <a:r>
                <a:rPr lang="en-US" dirty="0">
                  <a:solidFill>
                    <a:schemeClr val="bg1"/>
                  </a:solidFill>
                </a:rPr>
                <a:t> de tester les </a:t>
              </a:r>
              <a:r>
                <a:rPr lang="en-US" dirty="0" err="1">
                  <a:solidFill>
                    <a:schemeClr val="bg1"/>
                  </a:solidFill>
                </a:rPr>
                <a:t>ordres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  <a:r>
                <a:rPr lang="en-US" dirty="0" err="1">
                  <a:solidFill>
                    <a:schemeClr val="bg1"/>
                  </a:solidFill>
                </a:rPr>
                <a:t>envoyés</a:t>
              </a:r>
              <a:r>
                <a:rPr lang="en-US" dirty="0">
                  <a:solidFill>
                    <a:schemeClr val="bg1"/>
                  </a:solidFill>
                </a:rPr>
                <a:t> aux </a:t>
              </a:r>
              <a:r>
                <a:rPr lang="en-US" dirty="0" err="1">
                  <a:solidFill>
                    <a:schemeClr val="bg1"/>
                  </a:solidFill>
                </a:rPr>
                <a:t>radiateurs</a:t>
              </a:r>
              <a:r>
                <a:rPr lang="en-US" dirty="0">
                  <a:solidFill>
                    <a:schemeClr val="bg1"/>
                  </a:solidFill>
                </a:rPr>
                <a:t> (</a:t>
              </a:r>
              <a:r>
                <a:rPr lang="en-US" dirty="0" err="1">
                  <a:solidFill>
                    <a:schemeClr val="bg1"/>
                  </a:solidFill>
                </a:rPr>
                <a:t>Confort</a:t>
              </a:r>
              <a:r>
                <a:rPr lang="en-US" dirty="0">
                  <a:solidFill>
                    <a:schemeClr val="bg1"/>
                  </a:solidFill>
                </a:rPr>
                <a:t>, Eco, Hors-gel)</a:t>
              </a:r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B5781B79-7E29-E5E6-BB74-21342977AA8E}"/>
              </a:ext>
            </a:extLst>
          </p:cNvPr>
          <p:cNvGrpSpPr/>
          <p:nvPr/>
        </p:nvGrpSpPr>
        <p:grpSpPr>
          <a:xfrm>
            <a:off x="3945558" y="986189"/>
            <a:ext cx="3541058" cy="986118"/>
            <a:chOff x="439271" y="1583367"/>
            <a:chExt cx="4572000" cy="986118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1081BC2D-936C-FE38-68CD-A53A553F6DD8}"/>
                </a:ext>
              </a:extLst>
            </p:cNvPr>
            <p:cNvSpPr>
              <a:spLocks/>
            </p:cNvSpPr>
            <p:nvPr/>
          </p:nvSpPr>
          <p:spPr>
            <a:xfrm>
              <a:off x="439271" y="1583367"/>
              <a:ext cx="4572000" cy="986118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E50446D9-A9D8-B2E8-DCE3-7B6FE5489996}"/>
                </a:ext>
              </a:extLst>
            </p:cNvPr>
            <p:cNvSpPr txBox="1"/>
            <p:nvPr/>
          </p:nvSpPr>
          <p:spPr>
            <a:xfrm>
              <a:off x="439271" y="1753260"/>
              <a:ext cx="4572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US" dirty="0">
                  <a:solidFill>
                    <a:schemeClr val="bg1"/>
                  </a:solidFill>
                </a:rPr>
                <a:t>1- </a:t>
              </a:r>
              <a:r>
                <a:rPr lang="en-US" dirty="0" err="1">
                  <a:solidFill>
                    <a:schemeClr val="bg1"/>
                  </a:solidFill>
                </a:rPr>
                <a:t>Détection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  <a:r>
                <a:rPr lang="en-US" dirty="0" err="1">
                  <a:solidFill>
                    <a:schemeClr val="bg1"/>
                  </a:solidFill>
                </a:rPr>
                <a:t>automatique</a:t>
              </a:r>
              <a:r>
                <a:rPr lang="en-US" dirty="0">
                  <a:solidFill>
                    <a:schemeClr val="bg1"/>
                  </a:solidFill>
                </a:rPr>
                <a:t> du</a:t>
              </a:r>
              <a:r>
                <a:rPr lang="fr-FR" dirty="0">
                  <a:solidFill>
                    <a:schemeClr val="bg1"/>
                  </a:solidFill>
                </a:rPr>
                <a:t>/des</a:t>
              </a:r>
              <a:r>
                <a:rPr lang="en-US" dirty="0">
                  <a:solidFill>
                    <a:schemeClr val="bg1"/>
                  </a:solidFill>
                </a:rPr>
                <a:t> module</a:t>
              </a:r>
              <a:r>
                <a:rPr lang="fr-FR" dirty="0">
                  <a:solidFill>
                    <a:schemeClr val="bg1"/>
                  </a:solidFill>
                </a:rPr>
                <a:t>s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  <a:r>
                <a:rPr lang="en-US" dirty="0" err="1">
                  <a:solidFill>
                    <a:schemeClr val="bg1"/>
                  </a:solidFill>
                </a:rPr>
                <a:t>relais</a:t>
              </a:r>
              <a:r>
                <a:rPr lang="en-US" dirty="0">
                  <a:solidFill>
                    <a:schemeClr val="bg1"/>
                  </a:solidFill>
                </a:rPr>
                <a:t> par la station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9004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7199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7" y="4551036"/>
            <a:ext cx="3213315" cy="1687143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sz="3700" dirty="0">
                <a:solidFill>
                  <a:schemeClr val="bg1"/>
                </a:solidFill>
              </a:rPr>
              <a:t>Étape 4 – Positionnement de la Station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 descr="Une image contenant intérieur, lampe, mur, jaune">
            <a:extLst>
              <a:ext uri="{FF2B5EF4-FFF2-40B4-BE49-F238E27FC236}">
                <a16:creationId xmlns:a16="http://schemas.microsoft.com/office/drawing/2014/main" id="{B75C58B5-DEF7-7A79-358B-9F782B34CB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14" r="3848" b="1"/>
          <a:stretch/>
        </p:blipFill>
        <p:spPr>
          <a:xfrm>
            <a:off x="617330" y="386033"/>
            <a:ext cx="7417323" cy="3579308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0987" y="4544112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A450D7-6063-B62A-2DDC-CE20332A62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0473832"/>
              </p:ext>
            </p:extLst>
          </p:nvPr>
        </p:nvGraphicFramePr>
        <p:xfrm>
          <a:off x="5050986" y="4750698"/>
          <a:ext cx="3233004" cy="1463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7199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7" y="637763"/>
            <a:ext cx="3233024" cy="1627274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sz="3200" dirty="0">
                <a:solidFill>
                  <a:schemeClr val="bg1"/>
                </a:solidFill>
              </a:rPr>
              <a:t>Étape 5 – Configuration de la programmation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6667" y="2372156"/>
            <a:ext cx="3429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7" y="2581065"/>
            <a:ext cx="3213312" cy="3633467"/>
          </a:xfrm>
        </p:spPr>
        <p:txBody>
          <a:bodyPr>
            <a:norm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- Créer des plages horaires selon tes besoins</a:t>
            </a:r>
          </a:p>
          <a:p>
            <a:r>
              <a:rPr lang="fr-FR" sz="2400" dirty="0">
                <a:solidFill>
                  <a:schemeClr val="bg1"/>
                </a:solidFill>
              </a:rPr>
              <a:t>- Définir les températures de confort et d’éco</a:t>
            </a:r>
          </a:p>
          <a:p>
            <a:r>
              <a:rPr lang="fr-FR" sz="2400" dirty="0">
                <a:solidFill>
                  <a:schemeClr val="bg1"/>
                </a:solidFill>
              </a:rPr>
              <a:t>- Activer la géolocalisation si souhaitée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texte, capture d’écran, Téléphone mobile, multimédia&#10;&#10;Le contenu généré par l’IA peut être incorrect.">
            <a:extLst>
              <a:ext uri="{FF2B5EF4-FFF2-40B4-BE49-F238E27FC236}">
                <a16:creationId xmlns:a16="http://schemas.microsoft.com/office/drawing/2014/main" id="{79B1AFE0-1ED3-3B25-E074-EB927AF32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598" y="1528475"/>
            <a:ext cx="3229418" cy="37953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7199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7" y="4551036"/>
            <a:ext cx="3213315" cy="1687143"/>
          </a:xfrm>
        </p:spPr>
        <p:txBody>
          <a:bodyPr anchor="t">
            <a:normAutofit/>
          </a:bodyPr>
          <a:lstStyle/>
          <a:p>
            <a:pPr algn="l"/>
            <a:r>
              <a:rPr lang="fr-FR">
                <a:solidFill>
                  <a:schemeClr val="bg1"/>
                </a:solidFill>
              </a:rPr>
              <a:t>Assistance et conseils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 descr="Une image contenant texte, Graphique, graphisme, logo">
            <a:extLst>
              <a:ext uri="{FF2B5EF4-FFF2-40B4-BE49-F238E27FC236}">
                <a16:creationId xmlns:a16="http://schemas.microsoft.com/office/drawing/2014/main" id="{CEA4F18D-220A-2FA2-364E-7C05BCF6DE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34" r="-2" b="3418"/>
          <a:stretch/>
        </p:blipFill>
        <p:spPr>
          <a:xfrm>
            <a:off x="866667" y="637762"/>
            <a:ext cx="7417323" cy="357930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0987" y="4544112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955EDD-C767-8FCC-88E2-4E96D6BDFD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0215065"/>
              </p:ext>
            </p:extLst>
          </p:nvPr>
        </p:nvGraphicFramePr>
        <p:xfrm>
          <a:off x="5050986" y="4750698"/>
          <a:ext cx="3233004" cy="1463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d26f538-337a-4593-a7e6-123667b1a538}" enabled="1" method="Standard" siteId="{e242425b-70fc-44dc-9ddf-c21e304e6c8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245</Words>
  <Application>Microsoft Office PowerPoint</Application>
  <PresentationFormat>Affichage à l'écran (4:3)</PresentationFormat>
  <Paragraphs>33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Installation d’un thermostat connecté Sowee avec radiateurs électriques</vt:lpstr>
      <vt:lpstr>Matériel nécessaire</vt:lpstr>
      <vt:lpstr>Étape 1 – Branchement des modules relais</vt:lpstr>
      <vt:lpstr>Étape 2 – Installation de la station Sowee</vt:lpstr>
      <vt:lpstr>Présentation PowerPoint</vt:lpstr>
      <vt:lpstr>Étape 4 – Positionnement de la Station</vt:lpstr>
      <vt:lpstr>Étape 5 – Configuration de la programmation</vt:lpstr>
      <vt:lpstr>Assistance et conseils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d’un thermostat connecté Sowee avec radiateurs électriques</dc:title>
  <dc:subject/>
  <dc:creator/>
  <cp:keywords/>
  <dc:description>generated using python-pptx</dc:description>
  <cp:lastModifiedBy>FEYFEUX Mickael</cp:lastModifiedBy>
  <cp:revision>9</cp:revision>
  <dcterms:created xsi:type="dcterms:W3CDTF">2013-01-27T09:14:16Z</dcterms:created>
  <dcterms:modified xsi:type="dcterms:W3CDTF">2025-04-10T07:12:05Z</dcterms:modified>
  <cp:category/>
</cp:coreProperties>
</file>